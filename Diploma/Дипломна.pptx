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aveSubsetFonts="1">
  <p:sldMasterIdLst>
    <p:sldMasterId id="2147483648" r:id="rId1"/>
  </p:sldMasterIdLst>
  <p:notesMasterIdLst>
    <p:notesMasterId r:id="rId3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88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82" r:id="rId29"/>
    <p:sldId id="283" r:id="rId30"/>
    <p:sldId id="284" r:id="rId31"/>
    <p:sldId id="289" r:id="rId32"/>
    <p:sldId id="290" r:id="rId33"/>
    <p:sldId id="291" r:id="rId34"/>
    <p:sldId id="285" r:id="rId35"/>
    <p:sldId id="286" r:id="rId36"/>
    <p:sldId id="287" r:id="rId37"/>
  </p:sldIdLst>
  <p:sldSz cx="12192000" cy="6858000"/>
  <p:notesSz cx="6858000" cy="9144000"/>
  <p:defaultTextStyle>
    <a:defPPr>
      <a:defRPr lang="uk-UA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Помірний стиль 2 –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Без стилю та сітки таблиці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3B4B98B0-60AC-42C2-AFA5-B58CD77FA1E5}" styleName="Світлий стиль 1 – акцент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9012ECD-51FC-41F1-AA8D-1B2483CD663E}" styleName="Світлий стиль 2 – акцент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303"/>
    <p:restoredTop sz="94679"/>
  </p:normalViewPr>
  <p:slideViewPr>
    <p:cSldViewPr snapToGrid="0">
      <p:cViewPr varScale="1">
        <p:scale>
          <a:sx n="104" d="100"/>
          <a:sy n="104" d="100"/>
        </p:scale>
        <p:origin x="688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presProps" Target="pres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верхнього колонтитула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uk-UA"/>
          </a:p>
        </p:txBody>
      </p:sp>
      <p:sp>
        <p:nvSpPr>
          <p:cNvPr id="3" name="Місце для дати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AAA21AF-C656-4534-BD46-42A6B3F92BCB}" type="datetimeFigureOut">
              <a:rPr lang="uk-UA" smtClean="0"/>
              <a:t>21.06.26</a:t>
            </a:fld>
            <a:endParaRPr lang="uk-UA"/>
          </a:p>
        </p:txBody>
      </p:sp>
      <p:sp>
        <p:nvSpPr>
          <p:cNvPr id="4" name="Місце для зображення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uk-UA"/>
          </a:p>
        </p:txBody>
      </p:sp>
      <p:sp>
        <p:nvSpPr>
          <p:cNvPr id="5" name="Місце для нотаток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</a:p>
        </p:txBody>
      </p:sp>
      <p:sp>
        <p:nvSpPr>
          <p:cNvPr id="6" name="Місце для нижнього колонтитула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uk-UA"/>
          </a:p>
        </p:txBody>
      </p:sp>
      <p:sp>
        <p:nvSpPr>
          <p:cNvPr id="7" name="Місце для номера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4202CA2-D166-49CC-B4C3-AC4D709240D4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8051208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зображення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Місце для нотаток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uk-UA" dirty="0"/>
          </a:p>
        </p:txBody>
      </p:sp>
      <p:sp>
        <p:nvSpPr>
          <p:cNvPr id="4" name="Місце для номера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202CA2-D166-49CC-B4C3-AC4D709240D4}" type="slidenum">
              <a:rPr lang="uk-UA" smtClean="0"/>
              <a:t>0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77068026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зображення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Місце для нотаток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uk-UA" dirty="0"/>
          </a:p>
        </p:txBody>
      </p:sp>
      <p:sp>
        <p:nvSpPr>
          <p:cNvPr id="4" name="Місце для номера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202CA2-D166-49CC-B4C3-AC4D709240D4}" type="slidenum">
              <a:rPr lang="uk-UA" smtClean="0"/>
              <a:t>1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77068026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зображення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Місце для нотаток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uk-UA" dirty="0"/>
          </a:p>
        </p:txBody>
      </p:sp>
      <p:sp>
        <p:nvSpPr>
          <p:cNvPr id="4" name="Місце для номера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202CA2-D166-49CC-B4C3-AC4D709240D4}" type="slidenum">
              <a:rPr lang="uk-UA" smtClean="0"/>
              <a:t>2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77068026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зображення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Місце для нотаток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uk-UA" dirty="0"/>
          </a:p>
        </p:txBody>
      </p:sp>
      <p:sp>
        <p:nvSpPr>
          <p:cNvPr id="4" name="Місце для номера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202CA2-D166-49CC-B4C3-AC4D709240D4}" type="slidenum">
              <a:rPr lang="uk-UA" smtClean="0"/>
              <a:t>3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77068027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зображення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Місце для нотаток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uk-UA" dirty="0"/>
          </a:p>
        </p:txBody>
      </p:sp>
      <p:sp>
        <p:nvSpPr>
          <p:cNvPr id="4" name="Місце для номера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202CA2-D166-49CC-B4C3-AC4D709240D4}" type="slidenum">
              <a:rPr lang="uk-UA" smtClean="0"/>
              <a:t>4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77068027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зображення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Місце для нотаток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uk-UA" dirty="0"/>
          </a:p>
        </p:txBody>
      </p:sp>
      <p:sp>
        <p:nvSpPr>
          <p:cNvPr id="4" name="Місце для номера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202CA2-D166-49CC-B4C3-AC4D709240D4}" type="slidenum">
              <a:rPr lang="uk-UA" smtClean="0"/>
              <a:t>5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77068027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зображення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Місце для нотаток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uk-UA" dirty="0"/>
          </a:p>
        </p:txBody>
      </p:sp>
      <p:sp>
        <p:nvSpPr>
          <p:cNvPr id="4" name="Місце для номера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202CA2-D166-49CC-B4C3-AC4D709240D4}" type="slidenum">
              <a:rPr lang="uk-UA" smtClean="0"/>
              <a:t>6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77068027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зображення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Місце для нотаток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uk-UA" dirty="0"/>
          </a:p>
        </p:txBody>
      </p:sp>
      <p:sp>
        <p:nvSpPr>
          <p:cNvPr id="4" name="Місце для номера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202CA2-D166-49CC-B4C3-AC4D709240D4}" type="slidenum">
              <a:rPr lang="uk-UA" smtClean="0"/>
              <a:t>7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77068027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зображення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Місце для нотаток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uk-UA" dirty="0"/>
          </a:p>
        </p:txBody>
      </p:sp>
      <p:sp>
        <p:nvSpPr>
          <p:cNvPr id="4" name="Місце для номера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202CA2-D166-49CC-B4C3-AC4D709240D4}" type="slidenum">
              <a:rPr lang="uk-UA" smtClean="0"/>
              <a:t>8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77068027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зображення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Місце для нотаток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uk-UA" dirty="0"/>
          </a:p>
        </p:txBody>
      </p:sp>
      <p:sp>
        <p:nvSpPr>
          <p:cNvPr id="4" name="Місце для номера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202CA2-D166-49CC-B4C3-AC4D709240D4}" type="slidenum">
              <a:rPr lang="uk-UA" smtClean="0"/>
              <a:t>9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77068027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зображення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Місце для нотаток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uk-UA" dirty="0"/>
          </a:p>
        </p:txBody>
      </p:sp>
      <p:sp>
        <p:nvSpPr>
          <p:cNvPr id="4" name="Місце для номера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202CA2-D166-49CC-B4C3-AC4D709240D4}" type="slidenum">
              <a:rPr lang="uk-UA" smtClean="0"/>
              <a:t>10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77068027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зображення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Місце для нотаток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uk-UA" dirty="0"/>
          </a:p>
        </p:txBody>
      </p:sp>
      <p:sp>
        <p:nvSpPr>
          <p:cNvPr id="4" name="Місце для номера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202CA2-D166-49CC-B4C3-AC4D709240D4}" type="slidenum">
              <a:rPr lang="uk-UA" smtClean="0"/>
              <a:t>11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77068027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зображення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Місце для нотаток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uk-UA" dirty="0"/>
          </a:p>
        </p:txBody>
      </p:sp>
      <p:sp>
        <p:nvSpPr>
          <p:cNvPr id="4" name="Місце для номера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202CA2-D166-49CC-B4C3-AC4D709240D4}" type="slidenum">
              <a:rPr lang="uk-UA" smtClean="0"/>
              <a:t>12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77068027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зображення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Місце для нотаток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uk-UA" dirty="0"/>
          </a:p>
        </p:txBody>
      </p:sp>
      <p:sp>
        <p:nvSpPr>
          <p:cNvPr id="4" name="Місце для номера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202CA2-D166-49CC-B4C3-AC4D709240D4}" type="slidenum">
              <a:rPr lang="uk-UA" smtClean="0"/>
              <a:t>13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77068028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зображення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Місце для нотаток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uk-UA" dirty="0"/>
          </a:p>
        </p:txBody>
      </p:sp>
      <p:sp>
        <p:nvSpPr>
          <p:cNvPr id="4" name="Місце для номера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202CA2-D166-49CC-B4C3-AC4D709240D4}" type="slidenum">
              <a:rPr lang="uk-UA" smtClean="0"/>
              <a:t>14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77068028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зображення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Місце для нотаток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uk-UA" dirty="0"/>
          </a:p>
        </p:txBody>
      </p:sp>
      <p:sp>
        <p:nvSpPr>
          <p:cNvPr id="4" name="Місце для номера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202CA2-D166-49CC-B4C3-AC4D709240D4}" type="slidenum">
              <a:rPr lang="uk-UA" smtClean="0"/>
              <a:t>15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77068028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зображення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Місце для нотаток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uk-UA" dirty="0"/>
          </a:p>
        </p:txBody>
      </p:sp>
      <p:sp>
        <p:nvSpPr>
          <p:cNvPr id="4" name="Місце для номера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202CA2-D166-49CC-B4C3-AC4D709240D4}" type="slidenum">
              <a:rPr lang="uk-UA" smtClean="0"/>
              <a:t>16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77068028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зображення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Місце для нотаток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uk-UA" dirty="0"/>
              <a:t>На цьому слайді показано продовження сценаріїв входу та реєстрації у застосунку.</a:t>
            </a:r>
          </a:p>
          <a:p>
            <a:r>
              <a:rPr lang="uk-UA" dirty="0"/>
              <a:t>Ці екрани демонструють, як користувач проходить онбординг, вводить потрібні дані та переходить до основної частини застосунку.</a:t>
            </a:r>
          </a:p>
        </p:txBody>
      </p:sp>
      <p:sp>
        <p:nvSpPr>
          <p:cNvPr id="4" name="Місце для номера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202CA2-D166-49CC-B4C3-AC4D709240D4}" type="slidenum">
              <a:rPr lang="uk-UA" smtClean="0"/>
              <a:t>17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770680284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зображення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Місце для нотаток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uk-UA" dirty="0"/>
          </a:p>
        </p:txBody>
      </p:sp>
      <p:sp>
        <p:nvSpPr>
          <p:cNvPr id="4" name="Місце для номера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202CA2-D166-49CC-B4C3-AC4D709240D4}" type="slidenum">
              <a:rPr lang="uk-UA" smtClean="0"/>
              <a:t>18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770680285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зображення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Місце для нотаток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uk-UA" dirty="0"/>
          </a:p>
        </p:txBody>
      </p:sp>
      <p:sp>
        <p:nvSpPr>
          <p:cNvPr id="4" name="Місце для номера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202CA2-D166-49CC-B4C3-AC4D709240D4}" type="slidenum">
              <a:rPr lang="uk-UA" smtClean="0"/>
              <a:t>19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770680286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зображення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Місце для нотаток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uk-UA" dirty="0"/>
          </a:p>
        </p:txBody>
      </p:sp>
      <p:sp>
        <p:nvSpPr>
          <p:cNvPr id="4" name="Місце для номера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202CA2-D166-49CC-B4C3-AC4D709240D4}" type="slidenum">
              <a:rPr lang="uk-UA" smtClean="0"/>
              <a:t>20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770680287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зображення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Місце для нотаток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uk-UA" dirty="0"/>
          </a:p>
        </p:txBody>
      </p:sp>
      <p:sp>
        <p:nvSpPr>
          <p:cNvPr id="4" name="Місце для номера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202CA2-D166-49CC-B4C3-AC4D709240D4}" type="slidenum">
              <a:rPr lang="uk-UA" smtClean="0"/>
              <a:t>21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770680288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зображення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Місце для нотаток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uk-UA" dirty="0"/>
          </a:p>
        </p:txBody>
      </p:sp>
      <p:sp>
        <p:nvSpPr>
          <p:cNvPr id="4" name="Місце для номера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202CA2-D166-49CC-B4C3-AC4D709240D4}" type="slidenum">
              <a:rPr lang="uk-UA" smtClean="0"/>
              <a:t>22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770680289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зображення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Місце для нотаток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uk-UA" dirty="0"/>
          </a:p>
        </p:txBody>
      </p:sp>
      <p:sp>
        <p:nvSpPr>
          <p:cNvPr id="4" name="Місце для номера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202CA2-D166-49CC-B4C3-AC4D709240D4}" type="slidenum">
              <a:rPr lang="uk-UA" smtClean="0"/>
              <a:t>23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770680290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зображення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Місце для нотаток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uk-UA" dirty="0"/>
          </a:p>
        </p:txBody>
      </p:sp>
      <p:sp>
        <p:nvSpPr>
          <p:cNvPr id="4" name="Місце для номера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202CA2-D166-49CC-B4C3-AC4D709240D4}" type="slidenum">
              <a:rPr lang="uk-UA" smtClean="0"/>
              <a:t>24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7706802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зображення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Місце для нотаток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uk-UA" dirty="0"/>
          </a:p>
        </p:txBody>
      </p:sp>
      <p:sp>
        <p:nvSpPr>
          <p:cNvPr id="4" name="Місце для номера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202CA2-D166-49CC-B4C3-AC4D709240D4}" type="slidenum">
              <a:rPr lang="uk-UA" smtClean="0"/>
              <a:t>25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770680292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зображення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Місце для нотаток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uk-UA" dirty="0"/>
          </a:p>
        </p:txBody>
      </p:sp>
      <p:sp>
        <p:nvSpPr>
          <p:cNvPr id="4" name="Місце для номера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202CA2-D166-49CC-B4C3-AC4D709240D4}" type="slidenum">
              <a:rPr lang="uk-UA" smtClean="0"/>
              <a:t>26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770680293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зображення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Місце для нотаток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uk-UA" dirty="0"/>
              <a:t>На сторінці редагування профілю користувач оновлює свої персональні дані.</a:t>
            </a:r>
          </a:p>
          <a:p>
            <a:r>
              <a:rPr lang="uk-UA" dirty="0"/>
              <a:t>Тут важливими були зручність форм, валідація та коректна синхронізація змін із сервером і локальним станом застосунку.</a:t>
            </a:r>
          </a:p>
        </p:txBody>
      </p:sp>
      <p:sp>
        <p:nvSpPr>
          <p:cNvPr id="4" name="Місце для номера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202CA2-D166-49CC-B4C3-AC4D709240D4}" type="slidenum">
              <a:rPr lang="uk-UA" smtClean="0"/>
              <a:t>27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770680294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зображення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Місце для нотаток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uk-UA" dirty="0"/>
          </a:p>
        </p:txBody>
      </p:sp>
      <p:sp>
        <p:nvSpPr>
          <p:cNvPr id="4" name="Місце для номера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202CA2-D166-49CC-B4C3-AC4D709240D4}" type="slidenum">
              <a:rPr lang="uk-UA" smtClean="0"/>
              <a:t>28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770680295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зображення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Місце для нотаток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uk-UA" dirty="0"/>
          </a:p>
        </p:txBody>
      </p:sp>
      <p:sp>
        <p:nvSpPr>
          <p:cNvPr id="4" name="Місце для номера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202CA2-D166-49CC-B4C3-AC4D709240D4}" type="slidenum">
              <a:rPr lang="uk-UA" smtClean="0"/>
              <a:t>29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770680296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зображення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Місце для нотаток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uk-UA" dirty="0"/>
          </a:p>
        </p:txBody>
      </p:sp>
      <p:sp>
        <p:nvSpPr>
          <p:cNvPr id="4" name="Місце для номера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202CA2-D166-49CC-B4C3-AC4D709240D4}" type="slidenum">
              <a:rPr lang="uk-UA" smtClean="0"/>
              <a:t>30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770680297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зображення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Місце для нотаток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uk-UA" dirty="0"/>
          </a:p>
        </p:txBody>
      </p:sp>
      <p:sp>
        <p:nvSpPr>
          <p:cNvPr id="4" name="Місце для номера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202CA2-D166-49CC-B4C3-AC4D709240D4}" type="slidenum">
              <a:rPr lang="uk-UA" smtClean="0"/>
              <a:t>31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770680298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зображення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Місце для нотаток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uk-UA" dirty="0"/>
              <a:t>Окремо було реалізовано монетизацію та підготовку застосунку до публікації.</a:t>
            </a:r>
          </a:p>
          <a:p>
            <a:r>
              <a:rPr lang="uk-UA" dirty="0"/>
              <a:t>Преміум-підписка працює через react-native-iap, а для збірок, релізів та OTA-оновлень використано інструменти Expo та EAS.</a:t>
            </a:r>
          </a:p>
        </p:txBody>
      </p:sp>
      <p:sp>
        <p:nvSpPr>
          <p:cNvPr id="4" name="Місце для номера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202CA2-D166-49CC-B4C3-AC4D709240D4}" type="slidenum">
              <a:rPr lang="uk-UA" smtClean="0"/>
              <a:t>32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770680299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зображення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Місце для нотаток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uk-UA" dirty="0"/>
          </a:p>
        </p:txBody>
      </p:sp>
      <p:sp>
        <p:nvSpPr>
          <p:cNvPr id="4" name="Місце для номера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202CA2-D166-49CC-B4C3-AC4D709240D4}" type="slidenum">
              <a:rPr lang="uk-UA" smtClean="0"/>
              <a:t>33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770680300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зображення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Місце для нотаток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uk-UA" dirty="0"/>
          </a:p>
        </p:txBody>
      </p:sp>
      <p:sp>
        <p:nvSpPr>
          <p:cNvPr id="4" name="Місце для номера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202CA2-D166-49CC-B4C3-AC4D709240D4}" type="slidenum">
              <a:rPr lang="uk-UA" smtClean="0"/>
              <a:t>34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77068030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зображення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Місце для нотаток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uk-UA" dirty="0"/>
          </a:p>
        </p:txBody>
      </p:sp>
      <p:sp>
        <p:nvSpPr>
          <p:cNvPr id="4" name="Місце для номера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202CA2-D166-49CC-B4C3-AC4D709240D4}" type="slidenum">
              <a:rPr lang="uk-UA" smtClean="0"/>
              <a:t>35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77068030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и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8FFB237-B717-CEB2-1757-8773EBFAEA0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uk-UA"/>
              <a:t>Клацніть, щоб редагувати стиль зразка заголовка</a:t>
            </a:r>
          </a:p>
        </p:txBody>
      </p:sp>
      <p:sp>
        <p:nvSpPr>
          <p:cNvPr id="3" name="Підзаголовок 2">
            <a:extLst>
              <a:ext uri="{FF2B5EF4-FFF2-40B4-BE49-F238E27FC236}">
                <a16:creationId xmlns:a16="http://schemas.microsoft.com/office/drawing/2014/main" id="{F9AFED33-83A9-E3A9-DB7E-0FD4E19EA44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uk-UA"/>
              <a:t>Клацніть, щоб редагувати стиль зразка підзаголовка</a:t>
            </a:r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3D70519D-BE35-DDF6-9798-DFD84CDD07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6F33C2-77C0-DB43-A4FC-BAF0452B701C}" type="datetime1">
              <a:rPr lang="en-US" smtClean="0"/>
              <a:t>6/21/26</a:t>
            </a:fld>
            <a:endParaRPr lang="uk-UA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id="{9D07C85E-0464-FEF7-6F22-50FE971831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6BE71CAF-1DF9-D6B5-12E6-9584DA2423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7BB42A-2F35-4D17-9702-336F4545CB24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3073388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Назва та вмі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92A3DD7-7217-744E-FD83-F00784E55D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8CD70117-09B3-8580-E638-F327F68F01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55DF7234-0197-7265-00BF-A9A8E14F74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B91713-63DC-A148-B358-9B826BA534DB}" type="datetime1">
              <a:rPr lang="en-US" smtClean="0"/>
              <a:t>6/21/26</a:t>
            </a:fld>
            <a:endParaRPr lang="uk-UA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id="{E73551EC-E09C-BA58-E7EE-9890F7DE39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320A047C-EDD5-3E6A-0925-E0B48BBBFC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062013" y="315912"/>
            <a:ext cx="2743200" cy="365125"/>
          </a:xfrm>
        </p:spPr>
        <p:txBody>
          <a:bodyPr/>
          <a:lstStyle>
            <a:lvl1pPr>
              <a:defRPr sz="14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fld id="{4E7BB42A-2F35-4D17-9702-336F4545CB24}" type="slidenum">
              <a:rPr lang="uk-UA" smtClean="0"/>
              <a:pPr/>
              <a:t>‹#›</a:t>
            </a:fld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991057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Назва розділ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2175850-8277-D932-20B5-10F08718F0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uk-UA"/>
              <a:t>Клацніть, щоб редагувати стиль зразка заголовка</a:t>
            </a:r>
          </a:p>
        </p:txBody>
      </p:sp>
      <p:sp>
        <p:nvSpPr>
          <p:cNvPr id="3" name="Місце для тексту 2">
            <a:extLst>
              <a:ext uri="{FF2B5EF4-FFF2-40B4-BE49-F238E27FC236}">
                <a16:creationId xmlns:a16="http://schemas.microsoft.com/office/drawing/2014/main" id="{FCECFD1F-2E42-8A99-FCB6-7EFB136A9B7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C7917FD3-EFD9-5EE9-989E-3109C6148A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92F889-6123-6E4B-AAE3-41FF4B512716}" type="datetime1">
              <a:rPr lang="en-US" smtClean="0"/>
              <a:t>6/21/26</a:t>
            </a:fld>
            <a:endParaRPr lang="uk-UA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id="{6A30AC14-D8F4-1D3E-AD30-123AE849A2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943B78BA-3636-961B-5806-8FD68244CF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7BB42A-2F35-4D17-9702-336F4545CB24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8406457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’єкт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F63C669-0039-3767-2B89-B4E4901DD8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A4DC0632-4C4D-7DC5-4FF4-0C4D8F480A2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</a:p>
        </p:txBody>
      </p:sp>
      <p:sp>
        <p:nvSpPr>
          <p:cNvPr id="4" name="Місце для вмісту 3">
            <a:extLst>
              <a:ext uri="{FF2B5EF4-FFF2-40B4-BE49-F238E27FC236}">
                <a16:creationId xmlns:a16="http://schemas.microsoft.com/office/drawing/2014/main" id="{1F0B9A5F-5FE1-C530-CDFB-F8A456696F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</a:p>
        </p:txBody>
      </p:sp>
      <p:sp>
        <p:nvSpPr>
          <p:cNvPr id="5" name="Місце для дати 4">
            <a:extLst>
              <a:ext uri="{FF2B5EF4-FFF2-40B4-BE49-F238E27FC236}">
                <a16:creationId xmlns:a16="http://schemas.microsoft.com/office/drawing/2014/main" id="{C1EEB8F2-02A3-2C10-1A0F-1789F04E7A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902368-8D71-A148-8CA6-4D608C6484B3}" type="datetime1">
              <a:rPr lang="en-US" smtClean="0"/>
              <a:t>6/21/26</a:t>
            </a:fld>
            <a:endParaRPr lang="uk-UA"/>
          </a:p>
        </p:txBody>
      </p:sp>
      <p:sp>
        <p:nvSpPr>
          <p:cNvPr id="6" name="Місце для нижнього колонтитула 5">
            <a:extLst>
              <a:ext uri="{FF2B5EF4-FFF2-40B4-BE49-F238E27FC236}">
                <a16:creationId xmlns:a16="http://schemas.microsoft.com/office/drawing/2014/main" id="{05655264-80F0-340F-0096-B826E49425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7" name="Місце для номера слайда 6">
            <a:extLst>
              <a:ext uri="{FF2B5EF4-FFF2-40B4-BE49-F238E27FC236}">
                <a16:creationId xmlns:a16="http://schemas.microsoft.com/office/drawing/2014/main" id="{C098EEFE-67D6-8345-6B00-DA95C56295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7BB42A-2F35-4D17-9702-336F4545CB24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4400603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Порівнянн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674E148-4C92-B7ED-BAE0-2CE5D578C9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</a:p>
        </p:txBody>
      </p:sp>
      <p:sp>
        <p:nvSpPr>
          <p:cNvPr id="3" name="Місце для тексту 2">
            <a:extLst>
              <a:ext uri="{FF2B5EF4-FFF2-40B4-BE49-F238E27FC236}">
                <a16:creationId xmlns:a16="http://schemas.microsoft.com/office/drawing/2014/main" id="{59C70B35-5D0E-7F8E-5DEA-D815455E2C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4" name="Місце для вмісту 3">
            <a:extLst>
              <a:ext uri="{FF2B5EF4-FFF2-40B4-BE49-F238E27FC236}">
                <a16:creationId xmlns:a16="http://schemas.microsoft.com/office/drawing/2014/main" id="{8A4996BF-DE9D-E35C-912F-4E87AED6D2D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</a:p>
        </p:txBody>
      </p:sp>
      <p:sp>
        <p:nvSpPr>
          <p:cNvPr id="5" name="Місце для тексту 4">
            <a:extLst>
              <a:ext uri="{FF2B5EF4-FFF2-40B4-BE49-F238E27FC236}">
                <a16:creationId xmlns:a16="http://schemas.microsoft.com/office/drawing/2014/main" id="{A5C65E0B-D9DB-F7BA-8567-0BED05D2339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6" name="Місце для вмісту 5">
            <a:extLst>
              <a:ext uri="{FF2B5EF4-FFF2-40B4-BE49-F238E27FC236}">
                <a16:creationId xmlns:a16="http://schemas.microsoft.com/office/drawing/2014/main" id="{2209645E-268B-C804-81BD-98CB3B68B69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</a:p>
        </p:txBody>
      </p:sp>
      <p:sp>
        <p:nvSpPr>
          <p:cNvPr id="7" name="Місце для дати 6">
            <a:extLst>
              <a:ext uri="{FF2B5EF4-FFF2-40B4-BE49-F238E27FC236}">
                <a16:creationId xmlns:a16="http://schemas.microsoft.com/office/drawing/2014/main" id="{58E437DC-5258-BC31-41F3-5BF3C1C0E1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FE6E09-FD59-6A4B-A224-358FEA8E1A2C}" type="datetime1">
              <a:rPr lang="en-US" smtClean="0"/>
              <a:t>6/21/26</a:t>
            </a:fld>
            <a:endParaRPr lang="uk-UA"/>
          </a:p>
        </p:txBody>
      </p:sp>
      <p:sp>
        <p:nvSpPr>
          <p:cNvPr id="8" name="Місце для нижнього колонтитула 7">
            <a:extLst>
              <a:ext uri="{FF2B5EF4-FFF2-40B4-BE49-F238E27FC236}">
                <a16:creationId xmlns:a16="http://schemas.microsoft.com/office/drawing/2014/main" id="{DB0FE65D-7118-7011-EF92-64122AB7AA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9" name="Місце для номера слайда 8">
            <a:extLst>
              <a:ext uri="{FF2B5EF4-FFF2-40B4-BE49-F238E27FC236}">
                <a16:creationId xmlns:a16="http://schemas.microsoft.com/office/drawing/2014/main" id="{F32C1A57-49EE-5EB5-C24F-DC56A0B4C8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7BB42A-2F35-4D17-9702-336F4545CB24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6441119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Лише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9FA5C77-FF96-B123-B55F-23F887720E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</a:p>
        </p:txBody>
      </p:sp>
      <p:sp>
        <p:nvSpPr>
          <p:cNvPr id="3" name="Місце для дати 2">
            <a:extLst>
              <a:ext uri="{FF2B5EF4-FFF2-40B4-BE49-F238E27FC236}">
                <a16:creationId xmlns:a16="http://schemas.microsoft.com/office/drawing/2014/main" id="{7C88A610-B049-FA9A-5E10-4F1290924E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0C4CE-702E-9E4D-9DBC-2B4D8604A94A}" type="datetime1">
              <a:rPr lang="en-US" smtClean="0"/>
              <a:t>6/21/26</a:t>
            </a:fld>
            <a:endParaRPr lang="uk-UA"/>
          </a:p>
        </p:txBody>
      </p:sp>
      <p:sp>
        <p:nvSpPr>
          <p:cNvPr id="4" name="Місце для нижнього колонтитула 3">
            <a:extLst>
              <a:ext uri="{FF2B5EF4-FFF2-40B4-BE49-F238E27FC236}">
                <a16:creationId xmlns:a16="http://schemas.microsoft.com/office/drawing/2014/main" id="{8CE240E2-3367-5B5D-741F-E8B25CDEF0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5" name="Місце для номера слайда 4">
            <a:extLst>
              <a:ext uri="{FF2B5EF4-FFF2-40B4-BE49-F238E27FC236}">
                <a16:creationId xmlns:a16="http://schemas.microsoft.com/office/drawing/2014/main" id="{DDDC2900-0B37-DB06-33A1-7489A3909E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7BB42A-2F35-4D17-9702-336F4545CB24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4940971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и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дати 1">
            <a:extLst>
              <a:ext uri="{FF2B5EF4-FFF2-40B4-BE49-F238E27FC236}">
                <a16:creationId xmlns:a16="http://schemas.microsoft.com/office/drawing/2014/main" id="{E3D680DE-08A8-61E8-CE68-1A09A1EF05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FF21A3-80AE-0546-A19B-43F69E8FF3B2}" type="datetime1">
              <a:rPr lang="en-US" smtClean="0"/>
              <a:t>6/21/26</a:t>
            </a:fld>
            <a:endParaRPr lang="uk-UA"/>
          </a:p>
        </p:txBody>
      </p:sp>
      <p:sp>
        <p:nvSpPr>
          <p:cNvPr id="3" name="Місце для нижнього колонтитула 2">
            <a:extLst>
              <a:ext uri="{FF2B5EF4-FFF2-40B4-BE49-F238E27FC236}">
                <a16:creationId xmlns:a16="http://schemas.microsoft.com/office/drawing/2014/main" id="{8CEF5CEC-1CFD-4613-09AD-615E312BBC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4" name="Місце для номера слайда 3">
            <a:extLst>
              <a:ext uri="{FF2B5EF4-FFF2-40B4-BE49-F238E27FC236}">
                <a16:creationId xmlns:a16="http://schemas.microsoft.com/office/drawing/2014/main" id="{005FEA01-CD66-3DCA-D05A-64886F1074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7BB42A-2F35-4D17-9702-336F4545CB24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4334075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Вміст і підпи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24445EF-F840-7F3B-CE88-9A6C438285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uk-UA"/>
              <a:t>Клацніть, щоб редагувати стиль зразка заголовка</a:t>
            </a:r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A5A10E0E-CD7B-58DB-3652-263B375A3C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</a:p>
        </p:txBody>
      </p:sp>
      <p:sp>
        <p:nvSpPr>
          <p:cNvPr id="4" name="Місце для тексту 3">
            <a:extLst>
              <a:ext uri="{FF2B5EF4-FFF2-40B4-BE49-F238E27FC236}">
                <a16:creationId xmlns:a16="http://schemas.microsoft.com/office/drawing/2014/main" id="{5096A624-CEA5-F514-5892-173AD68B0B2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5" name="Місце для дати 4">
            <a:extLst>
              <a:ext uri="{FF2B5EF4-FFF2-40B4-BE49-F238E27FC236}">
                <a16:creationId xmlns:a16="http://schemas.microsoft.com/office/drawing/2014/main" id="{2F942F4C-0F08-0399-B608-CEE501989B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B41D28-F12F-7C45-8478-DF0EFA2CA354}" type="datetime1">
              <a:rPr lang="en-US" smtClean="0"/>
              <a:t>6/21/26</a:t>
            </a:fld>
            <a:endParaRPr lang="uk-UA"/>
          </a:p>
        </p:txBody>
      </p:sp>
      <p:sp>
        <p:nvSpPr>
          <p:cNvPr id="6" name="Місце для нижнього колонтитула 5">
            <a:extLst>
              <a:ext uri="{FF2B5EF4-FFF2-40B4-BE49-F238E27FC236}">
                <a16:creationId xmlns:a16="http://schemas.microsoft.com/office/drawing/2014/main" id="{1778CC0A-C9DA-7203-24EE-05496E3E1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7" name="Місце для номера слайда 6">
            <a:extLst>
              <a:ext uri="{FF2B5EF4-FFF2-40B4-BE49-F238E27FC236}">
                <a16:creationId xmlns:a16="http://schemas.microsoft.com/office/drawing/2014/main" id="{D3E95430-3F3E-E00A-803F-BA25091039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7BB42A-2F35-4D17-9702-336F4545CB24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42252400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і підпи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F8D903E-4249-C03E-808D-2D00427F23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uk-UA"/>
              <a:t>Клацніть, щоб редагувати стиль зразка заголовка</a:t>
            </a:r>
          </a:p>
        </p:txBody>
      </p:sp>
      <p:sp>
        <p:nvSpPr>
          <p:cNvPr id="3" name="Місце для зображення 2">
            <a:extLst>
              <a:ext uri="{FF2B5EF4-FFF2-40B4-BE49-F238E27FC236}">
                <a16:creationId xmlns:a16="http://schemas.microsoft.com/office/drawing/2014/main" id="{2F675AC6-9E4C-F7C6-388E-6A6651D09FA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uk-UA"/>
          </a:p>
        </p:txBody>
      </p:sp>
      <p:sp>
        <p:nvSpPr>
          <p:cNvPr id="4" name="Місце для тексту 3">
            <a:extLst>
              <a:ext uri="{FF2B5EF4-FFF2-40B4-BE49-F238E27FC236}">
                <a16:creationId xmlns:a16="http://schemas.microsoft.com/office/drawing/2014/main" id="{F0AAFCF0-65D2-A7B9-ABD3-2CDF7256ABF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5" name="Місце для дати 4">
            <a:extLst>
              <a:ext uri="{FF2B5EF4-FFF2-40B4-BE49-F238E27FC236}">
                <a16:creationId xmlns:a16="http://schemas.microsoft.com/office/drawing/2014/main" id="{3CC6FD97-A3C1-F5FC-E95F-E6A1C6D4E7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6C0338-6611-AC40-9018-93BCA3DD43F4}" type="datetime1">
              <a:rPr lang="en-US" smtClean="0"/>
              <a:t>6/21/26</a:t>
            </a:fld>
            <a:endParaRPr lang="uk-UA"/>
          </a:p>
        </p:txBody>
      </p:sp>
      <p:sp>
        <p:nvSpPr>
          <p:cNvPr id="6" name="Місце для нижнього колонтитула 5">
            <a:extLst>
              <a:ext uri="{FF2B5EF4-FFF2-40B4-BE49-F238E27FC236}">
                <a16:creationId xmlns:a16="http://schemas.microsoft.com/office/drawing/2014/main" id="{7D376AE7-DD84-3950-9346-2E713D1014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7" name="Місце для номера слайда 6">
            <a:extLst>
              <a:ext uri="{FF2B5EF4-FFF2-40B4-BE49-F238E27FC236}">
                <a16:creationId xmlns:a16="http://schemas.microsoft.com/office/drawing/2014/main" id="{1170C0FE-607F-27D4-B08D-45D83B6E26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7BB42A-2F35-4D17-9702-336F4545CB24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4650891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і вертикальни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24B7A77-CF08-7DBE-B274-8F1C136CDB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</a:p>
        </p:txBody>
      </p:sp>
      <p:sp>
        <p:nvSpPr>
          <p:cNvPr id="3" name="Місце для вертикального тексту 2">
            <a:extLst>
              <a:ext uri="{FF2B5EF4-FFF2-40B4-BE49-F238E27FC236}">
                <a16:creationId xmlns:a16="http://schemas.microsoft.com/office/drawing/2014/main" id="{8781D4DB-BB87-571E-A34D-58E28DF302D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33B2136A-ED40-7E88-60ED-91DBA88FEA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1574C3-D9E8-9745-A084-4CBF5A166494}" type="datetime1">
              <a:rPr lang="en-US" smtClean="0"/>
              <a:t>6/21/26</a:t>
            </a:fld>
            <a:endParaRPr lang="uk-UA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id="{B105B44C-7245-98ED-CED7-2CB71A1C17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34A81F4D-C76A-5C32-D420-05033796B1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7BB42A-2F35-4D17-9702-336F4545CB24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40895609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ий заголовок і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ий заголовок 1">
            <a:extLst>
              <a:ext uri="{FF2B5EF4-FFF2-40B4-BE49-F238E27FC236}">
                <a16:creationId xmlns:a16="http://schemas.microsoft.com/office/drawing/2014/main" id="{A04CB109-D32A-ED02-0564-660B71A9A3B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uk-UA"/>
              <a:t>Клацніть, щоб редагувати стиль зразка заголовка</a:t>
            </a:r>
          </a:p>
        </p:txBody>
      </p:sp>
      <p:sp>
        <p:nvSpPr>
          <p:cNvPr id="3" name="Місце для вертикального тексту 2">
            <a:extLst>
              <a:ext uri="{FF2B5EF4-FFF2-40B4-BE49-F238E27FC236}">
                <a16:creationId xmlns:a16="http://schemas.microsoft.com/office/drawing/2014/main" id="{D1FC63C1-2B55-E94C-6609-F97441B7E6E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EC75A1B8-3036-D892-E2D3-5E67D21B63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A99EC9-C7B7-7042-8C64-D8B5938E4972}" type="datetime1">
              <a:rPr lang="en-US" smtClean="0"/>
              <a:t>6/21/26</a:t>
            </a:fld>
            <a:endParaRPr lang="uk-UA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id="{22360391-4936-3536-B956-A318042AC9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1684405C-DC51-239E-94DA-9FDE7EDC3B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7BB42A-2F35-4D17-9702-336F4545CB24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6126815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заголовка 1">
            <a:extLst>
              <a:ext uri="{FF2B5EF4-FFF2-40B4-BE49-F238E27FC236}">
                <a16:creationId xmlns:a16="http://schemas.microsoft.com/office/drawing/2014/main" id="{29CDBD42-6102-395E-E5B0-AF1AE85163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uk-UA"/>
              <a:t>Клацніть, щоб редагувати стиль зразка заголовка</a:t>
            </a:r>
          </a:p>
        </p:txBody>
      </p:sp>
      <p:sp>
        <p:nvSpPr>
          <p:cNvPr id="3" name="Місце для тексту 2">
            <a:extLst>
              <a:ext uri="{FF2B5EF4-FFF2-40B4-BE49-F238E27FC236}">
                <a16:creationId xmlns:a16="http://schemas.microsoft.com/office/drawing/2014/main" id="{ED46F19B-8BA4-A923-0435-D3C15004343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B19AD7D9-0D80-CF16-22D3-3155F3099FD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424774E-DE99-E241-AA6B-0FB75E59E0F2}" type="datetime1">
              <a:rPr lang="en-US" smtClean="0"/>
              <a:t>6/21/26</a:t>
            </a:fld>
            <a:endParaRPr lang="uk-UA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id="{A97E5821-ACCC-7897-23ED-8BA195CFBB2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uk-UA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9079A7D9-7E4C-4737-E12C-6CA0E98C728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E7BB42A-2F35-4D17-9702-336F4545CB24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0814550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uk-UA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10.sv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svg"/><Relationship Id="rId4" Type="http://schemas.openxmlformats.org/officeDocument/2006/relationships/image" Target="../media/image12.sv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8.jpg"/><Relationship Id="rId4" Type="http://schemas.openxmlformats.org/officeDocument/2006/relationships/image" Target="../media/image17.jp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jpeg"/><Relationship Id="rId5" Type="http://schemas.openxmlformats.org/officeDocument/2006/relationships/image" Target="../media/image21.jpeg"/><Relationship Id="rId4" Type="http://schemas.openxmlformats.org/officeDocument/2006/relationships/image" Target="../media/image20.jpe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e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5.jpg"/><Relationship Id="rId4" Type="http://schemas.openxmlformats.org/officeDocument/2006/relationships/image" Target="../media/image24.jp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jp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9.jpg"/><Relationship Id="rId4" Type="http://schemas.openxmlformats.org/officeDocument/2006/relationships/image" Target="../media/image28.jp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jpe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1.jp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jp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3.jp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jp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6.jpg"/><Relationship Id="rId4" Type="http://schemas.openxmlformats.org/officeDocument/2006/relationships/image" Target="../media/image35.jp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jp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9.jpg"/><Relationship Id="rId4" Type="http://schemas.openxmlformats.org/officeDocument/2006/relationships/image" Target="../media/image38.jp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jp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2.jpg"/><Relationship Id="rId4" Type="http://schemas.openxmlformats.org/officeDocument/2006/relationships/image" Target="../media/image41.jp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jpe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jp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jp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jp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8.jpg"/><Relationship Id="rId4" Type="http://schemas.openxmlformats.org/officeDocument/2006/relationships/image" Target="../media/image47.jp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jp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1.jpg"/><Relationship Id="rId4" Type="http://schemas.openxmlformats.org/officeDocument/2006/relationships/image" Target="../media/image50.jp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jpe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jpe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6.png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hyperlink" Target="https://redis.io/" TargetMode="External"/><Relationship Id="rId13" Type="http://schemas.openxmlformats.org/officeDocument/2006/relationships/hyperlink" Target="https://docs.expo.dev/versions/latest/sdk/async-storage/" TargetMode="External"/><Relationship Id="rId18" Type="http://schemas.openxmlformats.org/officeDocument/2006/relationships/hyperlink" Target="https://react.dev/reference/react/useContext" TargetMode="External"/><Relationship Id="rId3" Type="http://schemas.openxmlformats.org/officeDocument/2006/relationships/hyperlink" Target="https://reactnative.dev/" TargetMode="External"/><Relationship Id="rId21" Type="http://schemas.openxmlformats.org/officeDocument/2006/relationships/hyperlink" Target="https://apps.apple.com/ua/app/bazhay/id6737126307" TargetMode="External"/><Relationship Id="rId7" Type="http://schemas.openxmlformats.org/officeDocument/2006/relationships/hyperlink" Target="https://www.postgresql.org/" TargetMode="External"/><Relationship Id="rId12" Type="http://schemas.openxmlformats.org/officeDocument/2006/relationships/hyperlink" Target="https://reactnavigation.org/" TargetMode="External"/><Relationship Id="rId17" Type="http://schemas.openxmlformats.org/officeDocument/2006/relationships/hyperlink" Target="https://docs.swmansion.com/react-native-reanimated/" TargetMode="External"/><Relationship Id="rId2" Type="http://schemas.openxmlformats.org/officeDocument/2006/relationships/notesSlide" Target="../notesSlides/notesSlide35.xml"/><Relationship Id="rId16" Type="http://schemas.openxmlformats.org/officeDocument/2006/relationships/hyperlink" Target="https://github.com/DylanVann/react-native-fast-image" TargetMode="External"/><Relationship Id="rId20" Type="http://schemas.openxmlformats.org/officeDocument/2006/relationships/hyperlink" Target="https://play.google.com/store/apps/details?id=com.ivanfranco.BAZHAYRN&amp;hl=uk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django-rest-framework.org/" TargetMode="External"/><Relationship Id="rId11" Type="http://schemas.openxmlformats.org/officeDocument/2006/relationships/hyperlink" Target="https://firebase.google.com/docs/analytics" TargetMode="External"/><Relationship Id="rId5" Type="http://schemas.openxmlformats.org/officeDocument/2006/relationships/hyperlink" Target="https://firebase.google.com/" TargetMode="External"/><Relationship Id="rId15" Type="http://schemas.openxmlformats.org/officeDocument/2006/relationships/hyperlink" Target="https://www.npmjs.com/package/yup" TargetMode="External"/><Relationship Id="rId10" Type="http://schemas.openxmlformats.org/officeDocument/2006/relationships/hyperlink" Target="https://play.google.com/" TargetMode="External"/><Relationship Id="rId19" Type="http://schemas.openxmlformats.org/officeDocument/2006/relationships/hyperlink" Target="https://developer.mozilla.org/en-US/docs/Web/API/XMLHttpRequest" TargetMode="External"/><Relationship Id="rId4" Type="http://schemas.openxmlformats.org/officeDocument/2006/relationships/hyperlink" Target="https://expo.dev/" TargetMode="External"/><Relationship Id="rId9" Type="http://schemas.openxmlformats.org/officeDocument/2006/relationships/hyperlink" Target="https://www.apple.com/app-store/" TargetMode="External"/><Relationship Id="rId14" Type="http://schemas.openxmlformats.org/officeDocument/2006/relationships/hyperlink" Target="http://formik.org/docs/guides/react-native" TargetMode="External"/><Relationship Id="rId22" Type="http://schemas.openxmlformats.org/officeDocument/2006/relationships/hyperlink" Target="https://github.com/Vitya77/BAZHAY" TargetMode="Externa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47FC6CD-55AA-B9CD-7274-418742E2228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592371"/>
            <a:ext cx="9144000" cy="1115556"/>
          </a:xfrm>
        </p:spPr>
        <p:txBody>
          <a:bodyPr>
            <a:normAutofit/>
          </a:bodyPr>
          <a:lstStyle/>
          <a:p>
            <a:r>
              <a:rPr lang="uk-UA" sz="24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РОЗРОБКА КЛІЄНТСЬКОЇ ЧАСТИНИ МОБІЛЬНОГО ЗАСТОСУНКУ ДЛЯ ОБМІНУ ПОДАРУНКАМИ «BAZHAY!»</a:t>
            </a:r>
            <a:endParaRPr lang="uk-UA" sz="7200" dirty="0"/>
          </a:p>
        </p:txBody>
      </p:sp>
      <p:sp>
        <p:nvSpPr>
          <p:cNvPr id="3" name="Підзаголовок 2">
            <a:extLst>
              <a:ext uri="{FF2B5EF4-FFF2-40B4-BE49-F238E27FC236}">
                <a16:creationId xmlns:a16="http://schemas.microsoft.com/office/drawing/2014/main" id="{FAD2E0F8-CFB0-DAA5-7D34-A8B2A912A9B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41196" y="0"/>
            <a:ext cx="9144000" cy="1655762"/>
          </a:xfrm>
        </p:spPr>
        <p:txBody>
          <a:bodyPr>
            <a:normAutofit/>
          </a:bodyPr>
          <a:lstStyle/>
          <a:p>
            <a:pPr marR="92075" indent="450215" algn="ctr">
              <a:lnSpc>
                <a:spcPct val="200000"/>
              </a:lnSpc>
            </a:pPr>
            <a:r>
              <a:rPr lang="uk-UA" sz="18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ЛЬВІВСЬКИЙ</a:t>
            </a:r>
            <a:r>
              <a:rPr lang="uk-UA" sz="1800" b="1" spc="-45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uk-UA" sz="18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НАЦІОНАЛЬНИЙ</a:t>
            </a:r>
            <a:r>
              <a:rPr lang="uk-UA" sz="1800" b="1" spc="-35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uk-UA" sz="18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УНІВЕРСИТЕТ</a:t>
            </a:r>
            <a:r>
              <a:rPr lang="uk-UA" sz="1800" b="1" spc="-45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uk-UA" sz="18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ІМЕНІ</a:t>
            </a:r>
            <a:r>
              <a:rPr lang="uk-UA" sz="1800" b="1" spc="-45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uk-UA" sz="18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ІВАНА</a:t>
            </a:r>
            <a:r>
              <a:rPr lang="uk-UA" sz="1800" b="1" spc="-45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uk-UA" sz="18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ФРАНКА</a:t>
            </a:r>
            <a:endParaRPr lang="uk-UA" sz="18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448945" algn="ctr">
              <a:spcBef>
                <a:spcPts val="315"/>
              </a:spcBef>
              <a:spcAft>
                <a:spcPts val="0"/>
              </a:spcAft>
              <a:tabLst>
                <a:tab pos="1024890" algn="l"/>
                <a:tab pos="5379720" algn="l"/>
              </a:tabLst>
            </a:pPr>
            <a:r>
              <a:rPr lang="uk-UA" sz="1800" u="sng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	Факультет</a:t>
            </a:r>
            <a:r>
              <a:rPr lang="uk-UA" sz="1800" u="sng" spc="-4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uk-UA" sz="1800" u="sng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прикладної</a:t>
            </a:r>
            <a:r>
              <a:rPr lang="uk-UA" sz="1800" u="sng" spc="-2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uk-UA" sz="1800" u="sng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математики</a:t>
            </a:r>
            <a:r>
              <a:rPr lang="uk-UA" sz="1800" u="sng" spc="-2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uk-UA" sz="1800" u="sng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та</a:t>
            </a:r>
            <a:r>
              <a:rPr lang="uk-UA" sz="1800" u="sng" spc="-2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uk-UA" sz="1800" u="sng" spc="-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інформатики</a:t>
            </a:r>
            <a:r>
              <a:rPr lang="uk-UA" sz="1800" u="sng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	</a:t>
            </a:r>
            <a:endParaRPr lang="uk-UA" sz="18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448945" algn="ctr">
              <a:spcBef>
                <a:spcPts val="905"/>
              </a:spcBef>
              <a:spcAft>
                <a:spcPts val="0"/>
              </a:spcAft>
              <a:tabLst>
                <a:tab pos="936625" algn="l"/>
                <a:tab pos="4036060" algn="l"/>
              </a:tabLst>
            </a:pPr>
            <a:r>
              <a:rPr lang="uk-UA" sz="1800" u="sng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	Кафедра</a:t>
            </a:r>
            <a:r>
              <a:rPr lang="uk-UA" sz="1800" u="sng" spc="-4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uk-UA" sz="1800" u="sng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інформаційних</a:t>
            </a:r>
            <a:r>
              <a:rPr lang="uk-UA" sz="1800" u="sng" spc="-3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uk-UA" sz="1800" u="sng" spc="-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систем</a:t>
            </a:r>
            <a:r>
              <a:rPr lang="uk-UA" sz="1800" u="sng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	</a:t>
            </a:r>
            <a:endParaRPr lang="uk-UA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180340" marR="206375" indent="450215" algn="ctr">
              <a:lnSpc>
                <a:spcPct val="150000"/>
              </a:lnSpc>
              <a:spcBef>
                <a:spcPts val="5"/>
              </a:spcBef>
              <a:spcAft>
                <a:spcPts val="0"/>
              </a:spcAft>
            </a:pPr>
            <a:endParaRPr lang="uk-UA" sz="18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uk-UA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BC77F7E-5117-7705-85EF-A62E5AAEE8FC}"/>
              </a:ext>
            </a:extLst>
          </p:cNvPr>
          <p:cNvSpPr txBox="1"/>
          <p:nvPr/>
        </p:nvSpPr>
        <p:spPr>
          <a:xfrm>
            <a:off x="6096000" y="5948313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700655" algn="l">
              <a:spcBef>
                <a:spcPts val="875"/>
              </a:spcBef>
              <a:spcAft>
                <a:spcPts val="0"/>
              </a:spcAft>
            </a:pPr>
            <a:r>
              <a:rPr lang="uk-UA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Виконав</a:t>
            </a:r>
            <a:r>
              <a:rPr lang="uk-UA" u="sng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		Стегней В. І.</a:t>
            </a:r>
            <a:r>
              <a:rPr lang="uk-UA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 </a:t>
            </a:r>
          </a:p>
          <a:p>
            <a:pPr marL="2700655" algn="l"/>
            <a:r>
              <a:rPr lang="uk-UA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Керівник </a:t>
            </a:r>
            <a:r>
              <a:rPr lang="uk-UA" u="sng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	</a:t>
            </a:r>
            <a:r>
              <a:rPr lang="uk-UA" u="sng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Горлач</a:t>
            </a:r>
            <a:r>
              <a:rPr lang="uk-UA" u="sng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В.М.</a:t>
            </a:r>
            <a:endParaRPr lang="uk-UA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11115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9">
            <a:extLst>
              <a:ext uri="{FF2B5EF4-FFF2-40B4-BE49-F238E27FC236}">
                <a16:creationId xmlns:a16="http://schemas.microsoft.com/office/drawing/2014/main" id="{7B831B6F-405A-4B47-B9BB-5CA88F2858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3627677-F961-4D4B-E03D-6BF4EC169D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39128" y="638089"/>
            <a:ext cx="4818888" cy="1476801"/>
          </a:xfrm>
        </p:spPr>
        <p:txBody>
          <a:bodyPr anchor="b">
            <a:normAutofit/>
          </a:bodyPr>
          <a:lstStyle/>
          <a:p>
            <a:r>
              <a:rPr lang="uk-UA" sz="5400">
                <a:latin typeface="Times New Roman" panose="02020603050405020304" pitchFamily="18" charset="0"/>
                <a:cs typeface="Times New Roman" panose="02020603050405020304" pitchFamily="18" charset="0"/>
              </a:rPr>
              <a:t>Вступ</a:t>
            </a:r>
          </a:p>
        </p:txBody>
      </p:sp>
      <p:pic>
        <p:nvPicPr>
          <p:cNvPr id="5" name="Рисунок 4" descr="Зображення, що містить Графіка, картинки, дизайн&#10;&#10;Автоматично згенерований опис">
            <a:extLst>
              <a:ext uri="{FF2B5EF4-FFF2-40B4-BE49-F238E27FC236}">
                <a16:creationId xmlns:a16="http://schemas.microsoft.com/office/drawing/2014/main" id="{25F22E94-0D0D-033E-16EA-4F604352B85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0936" y="699516"/>
            <a:ext cx="5458968" cy="5458968"/>
          </a:xfrm>
          <a:prstGeom prst="rect">
            <a:avLst/>
          </a:prstGeom>
        </p:spPr>
      </p:pic>
      <p:sp>
        <p:nvSpPr>
          <p:cNvPr id="17" name="sketch line">
            <a:extLst>
              <a:ext uri="{FF2B5EF4-FFF2-40B4-BE49-F238E27FC236}">
                <a16:creationId xmlns:a16="http://schemas.microsoft.com/office/drawing/2014/main" id="{953EE71A-6488-4203-A7C4-77102FD0DC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739128" y="2372868"/>
            <a:ext cx="3255095" cy="18288"/>
          </a:xfrm>
          <a:custGeom>
            <a:avLst/>
            <a:gdLst>
              <a:gd name="csX0" fmla="*/ 0 w 3255095"/>
              <a:gd name="csY0" fmla="*/ 0 h 18288"/>
              <a:gd name="csX1" fmla="*/ 618468 w 3255095"/>
              <a:gd name="csY1" fmla="*/ 0 h 18288"/>
              <a:gd name="csX2" fmla="*/ 1269487 w 3255095"/>
              <a:gd name="csY2" fmla="*/ 0 h 18288"/>
              <a:gd name="csX3" fmla="*/ 1953057 w 3255095"/>
              <a:gd name="csY3" fmla="*/ 0 h 18288"/>
              <a:gd name="csX4" fmla="*/ 2636627 w 3255095"/>
              <a:gd name="csY4" fmla="*/ 0 h 18288"/>
              <a:gd name="csX5" fmla="*/ 3255095 w 3255095"/>
              <a:gd name="csY5" fmla="*/ 0 h 18288"/>
              <a:gd name="csX6" fmla="*/ 3255095 w 3255095"/>
              <a:gd name="csY6" fmla="*/ 18288 h 18288"/>
              <a:gd name="csX7" fmla="*/ 2538974 w 3255095"/>
              <a:gd name="csY7" fmla="*/ 18288 h 18288"/>
              <a:gd name="csX8" fmla="*/ 1822853 w 3255095"/>
              <a:gd name="csY8" fmla="*/ 18288 h 18288"/>
              <a:gd name="csX9" fmla="*/ 1171834 w 3255095"/>
              <a:gd name="csY9" fmla="*/ 18288 h 18288"/>
              <a:gd name="csX10" fmla="*/ 0 w 3255095"/>
              <a:gd name="csY10" fmla="*/ 18288 h 18288"/>
              <a:gd name="csX11" fmla="*/ 0 w 3255095"/>
              <a:gd name="csY11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1E8F8FF9-700B-BE7B-F23D-F483CC9AE8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39128" y="2664886"/>
            <a:ext cx="4818888" cy="3550789"/>
          </a:xfrm>
        </p:spPr>
        <p:txBody>
          <a:bodyPr anchor="t">
            <a:normAutofit/>
          </a:bodyPr>
          <a:lstStyle/>
          <a:p>
            <a:pPr marL="0" indent="0">
              <a:buNone/>
            </a:pPr>
            <a:r>
              <a:rPr lang="uk-UA" sz="2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«BAZHAY!» — це мобільний застосунок, що дозволяє користувачам публікувати власні бажання та списки бажань (</a:t>
            </a:r>
            <a:r>
              <a:rPr lang="uk-UA" sz="2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вішлисти</a:t>
            </a:r>
            <a:r>
              <a:rPr lang="uk-UA" sz="2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), надаючи друзям, рідним і близьким можливість резервувати чи дарувати ці бажання.</a:t>
            </a:r>
            <a:endParaRPr lang="uk-UA" sz="220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9E62E7-95CA-264F-C85E-B0C96ADDEE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7BB42A-2F35-4D17-9702-336F4545CB24}" type="slidenum">
              <a:rPr lang="uk-UA" smtClean="0"/>
              <a:t>1</a:t>
            </a:fld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100187514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743AA782-23D1-4521-8CAD-47662984AA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EDD7BCF-D9A2-A82E-1056-08C8040E91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40080"/>
            <a:ext cx="4818888" cy="1481328"/>
          </a:xfrm>
        </p:spPr>
        <p:txBody>
          <a:bodyPr anchor="b">
            <a:normAutofit/>
          </a:bodyPr>
          <a:lstStyle/>
          <a:p>
            <a:r>
              <a:rPr lang="uk-UA" sz="5000" kern="0">
                <a:latin typeface="Times New Roman" panose="02020603050405020304" pitchFamily="18" charset="0"/>
              </a:rPr>
              <a:t>Постановка задачі</a:t>
            </a:r>
            <a:endParaRPr lang="uk-UA" sz="5000"/>
          </a:p>
        </p:txBody>
      </p:sp>
      <p:sp>
        <p:nvSpPr>
          <p:cNvPr id="11" name="sketch line">
            <a:extLst>
              <a:ext uri="{FF2B5EF4-FFF2-40B4-BE49-F238E27FC236}">
                <a16:creationId xmlns:a16="http://schemas.microsoft.com/office/drawing/2014/main" id="{71877DBC-BB60-40F0-AC93-2ACDBAAE60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372868"/>
            <a:ext cx="3255095" cy="18288"/>
          </a:xfrm>
          <a:custGeom>
            <a:avLst/>
            <a:gdLst>
              <a:gd name="csX0" fmla="*/ 0 w 3255095"/>
              <a:gd name="csY0" fmla="*/ 0 h 18288"/>
              <a:gd name="csX1" fmla="*/ 618468 w 3255095"/>
              <a:gd name="csY1" fmla="*/ 0 h 18288"/>
              <a:gd name="csX2" fmla="*/ 1269487 w 3255095"/>
              <a:gd name="csY2" fmla="*/ 0 h 18288"/>
              <a:gd name="csX3" fmla="*/ 1953057 w 3255095"/>
              <a:gd name="csY3" fmla="*/ 0 h 18288"/>
              <a:gd name="csX4" fmla="*/ 2636627 w 3255095"/>
              <a:gd name="csY4" fmla="*/ 0 h 18288"/>
              <a:gd name="csX5" fmla="*/ 3255095 w 3255095"/>
              <a:gd name="csY5" fmla="*/ 0 h 18288"/>
              <a:gd name="csX6" fmla="*/ 3255095 w 3255095"/>
              <a:gd name="csY6" fmla="*/ 18288 h 18288"/>
              <a:gd name="csX7" fmla="*/ 2538974 w 3255095"/>
              <a:gd name="csY7" fmla="*/ 18288 h 18288"/>
              <a:gd name="csX8" fmla="*/ 1822853 w 3255095"/>
              <a:gd name="csY8" fmla="*/ 18288 h 18288"/>
              <a:gd name="csX9" fmla="*/ 1171834 w 3255095"/>
              <a:gd name="csY9" fmla="*/ 18288 h 18288"/>
              <a:gd name="csX10" fmla="*/ 0 w 3255095"/>
              <a:gd name="csY10" fmla="*/ 18288 h 18288"/>
              <a:gd name="csX11" fmla="*/ 0 w 3255095"/>
              <a:gd name="csY11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5CA44718-2945-F4AC-59A7-96946BB632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0936" y="2660904"/>
            <a:ext cx="4818888" cy="3547872"/>
          </a:xfrm>
        </p:spPr>
        <p:txBody>
          <a:bodyPr anchor="t">
            <a:normAutofit/>
          </a:bodyPr>
          <a:lstStyle/>
          <a:p>
            <a:pPr marL="0" indent="0">
              <a:buNone/>
            </a:pPr>
            <a:r>
              <a:rPr lang="uk-UA" sz="220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У результаті виконання даної роботи має бути реалізований повнофункціональний мобільний застосунок, який може бути використаний широким колом користувачів для планування та здійснення бажань.</a:t>
            </a:r>
            <a:endParaRPr lang="uk-UA" sz="2200">
              <a:effectLst/>
              <a:latin typeface="Times New Roman" panose="02020603050405020304" pitchFamily="18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uk-UA" sz="2200"/>
          </a:p>
        </p:txBody>
      </p:sp>
      <p:pic>
        <p:nvPicPr>
          <p:cNvPr id="4" name="Рисунок 3" descr="Зображення, що містить Графіка, картинки, дизайн&#10;&#10;Автоматично згенерований опис">
            <a:extLst>
              <a:ext uri="{FF2B5EF4-FFF2-40B4-BE49-F238E27FC236}">
                <a16:creationId xmlns:a16="http://schemas.microsoft.com/office/drawing/2014/main" id="{3BFB901F-BFD2-9683-B120-AF9E20A4F5A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9048" y="699516"/>
            <a:ext cx="5458968" cy="5458968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278293-786E-39B9-0352-5A2B8E0753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7BB42A-2F35-4D17-9702-336F4545CB24}" type="slidenum">
              <a:rPr lang="uk-UA" smtClean="0"/>
              <a:t>2</a:t>
            </a:fld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27028580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7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Freeform: Shape 9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167271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55418BA-4C45-2F5B-B7EE-4BA1F1C18E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6834" y="1153572"/>
            <a:ext cx="3200400" cy="4461163"/>
          </a:xfrm>
        </p:spPr>
        <p:txBody>
          <a:bodyPr>
            <a:normAutofit/>
          </a:bodyPr>
          <a:lstStyle/>
          <a:p>
            <a:r>
              <a:rPr lang="uk-UA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Модель даних</a:t>
            </a: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7550402" y="245547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C4AA237F-D809-6F43-D539-D69BE72B0B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47308" y="591344"/>
            <a:ext cx="6906491" cy="5585619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uk-UA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У рамках клієнтської частини мобільного додатку «BAZHAY!» використовується спрощене, але достатньо функціональне представлення даних, яке дозволяє зручно відображати, зберігати у локальному стані та надсилати інформацію до серверної частини.</a:t>
            </a:r>
            <a:endParaRPr lang="uk-UA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uk-UA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F98C6D3-2086-A500-452D-5BB7717866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7BB42A-2F35-4D17-9702-336F4545CB24}" type="slidenum">
              <a:rPr lang="uk-UA" smtClean="0"/>
              <a:t>3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78108045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665DBBEF-238B-476B-96AB-8AAC3224EC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D1BF2CC-D0D9-40B6-02BF-B7DE48B64C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882" y="639193"/>
            <a:ext cx="3571810" cy="3573516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66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1. User</a:t>
            </a:r>
          </a:p>
        </p:txBody>
      </p:sp>
      <p:sp>
        <p:nvSpPr>
          <p:cNvPr id="18" name="sketch line">
            <a:extLst>
              <a:ext uri="{FF2B5EF4-FFF2-40B4-BE49-F238E27FC236}">
                <a16:creationId xmlns:a16="http://schemas.microsoft.com/office/drawing/2014/main" id="{3FCFB1DE-0B7E-48CC-BA90-B2AB0889F9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4409267"/>
            <a:ext cx="3255095" cy="18288"/>
          </a:xfrm>
          <a:custGeom>
            <a:avLst/>
            <a:gdLst>
              <a:gd name="csX0" fmla="*/ 0 w 3255095"/>
              <a:gd name="csY0" fmla="*/ 0 h 18288"/>
              <a:gd name="csX1" fmla="*/ 618468 w 3255095"/>
              <a:gd name="csY1" fmla="*/ 0 h 18288"/>
              <a:gd name="csX2" fmla="*/ 1269487 w 3255095"/>
              <a:gd name="csY2" fmla="*/ 0 h 18288"/>
              <a:gd name="csX3" fmla="*/ 1953057 w 3255095"/>
              <a:gd name="csY3" fmla="*/ 0 h 18288"/>
              <a:gd name="csX4" fmla="*/ 2636627 w 3255095"/>
              <a:gd name="csY4" fmla="*/ 0 h 18288"/>
              <a:gd name="csX5" fmla="*/ 3255095 w 3255095"/>
              <a:gd name="csY5" fmla="*/ 0 h 18288"/>
              <a:gd name="csX6" fmla="*/ 3255095 w 3255095"/>
              <a:gd name="csY6" fmla="*/ 18288 h 18288"/>
              <a:gd name="csX7" fmla="*/ 2538974 w 3255095"/>
              <a:gd name="csY7" fmla="*/ 18288 h 18288"/>
              <a:gd name="csX8" fmla="*/ 1822853 w 3255095"/>
              <a:gd name="csY8" fmla="*/ 18288 h 18288"/>
              <a:gd name="csX9" fmla="*/ 1171834 w 3255095"/>
              <a:gd name="csY9" fmla="*/ 18288 h 18288"/>
              <a:gd name="csX10" fmla="*/ 0 w 3255095"/>
              <a:gd name="csY10" fmla="*/ 18288 h 18288"/>
              <a:gd name="csX11" fmla="*/ 0 w 3255095"/>
              <a:gd name="csY11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11" name="Таблиця 11">
            <a:extLst>
              <a:ext uri="{FF2B5EF4-FFF2-40B4-BE49-F238E27FC236}">
                <a16:creationId xmlns:a16="http://schemas.microsoft.com/office/drawing/2014/main" id="{14E7A686-A27E-9CED-73D1-5C024B19951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68559851"/>
              </p:ext>
            </p:extLst>
          </p:nvPr>
        </p:nvGraphicFramePr>
        <p:xfrm>
          <a:off x="4996206" y="107029"/>
          <a:ext cx="6089716" cy="6308267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85295">
                  <a:extLst>
                    <a:ext uri="{9D8B030D-6E8A-4147-A177-3AD203B41FA5}">
                      <a16:colId xmlns:a16="http://schemas.microsoft.com/office/drawing/2014/main" val="3974167123"/>
                    </a:ext>
                  </a:extLst>
                </a:gridCol>
                <a:gridCol w="2404421">
                  <a:extLst>
                    <a:ext uri="{9D8B030D-6E8A-4147-A177-3AD203B41FA5}">
                      <a16:colId xmlns:a16="http://schemas.microsoft.com/office/drawing/2014/main" val="903365004"/>
                    </a:ext>
                  </a:extLst>
                </a:gridCol>
              </a:tblGrid>
              <a:tr h="414541">
                <a:tc>
                  <a:txBody>
                    <a:bodyPr/>
                    <a:lstStyle/>
                    <a:p>
                      <a:r>
                        <a:rPr lang="en-US" sz="1800" dirty="0"/>
                        <a:t>id</a:t>
                      </a:r>
                      <a:endParaRPr lang="uk-UA" sz="1800" dirty="0"/>
                    </a:p>
                  </a:txBody>
                  <a:tcPr marL="151490" marR="151490" marT="75745" marB="75745"/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string</a:t>
                      </a:r>
                      <a:endParaRPr lang="uk-UA" sz="1800"/>
                    </a:p>
                  </a:txBody>
                  <a:tcPr marL="151490" marR="151490" marT="75745" marB="75745"/>
                </a:tc>
                <a:extLst>
                  <a:ext uri="{0D108BD9-81ED-4DB2-BD59-A6C34878D82A}">
                    <a16:rowId xmlns:a16="http://schemas.microsoft.com/office/drawing/2014/main" val="1567497169"/>
                  </a:ext>
                </a:extLst>
              </a:tr>
              <a:tr h="414541">
                <a:tc>
                  <a:txBody>
                    <a:bodyPr/>
                    <a:lstStyle/>
                    <a:p>
                      <a:r>
                        <a:rPr lang="en-US" sz="1800"/>
                        <a:t>email</a:t>
                      </a:r>
                      <a:endParaRPr lang="uk-UA" sz="1800"/>
                    </a:p>
                  </a:txBody>
                  <a:tcPr marL="151490" marR="151490" marT="75745" marB="75745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/>
                        <a:t>string</a:t>
                      </a:r>
                      <a:endParaRPr lang="uk-UA" sz="1800"/>
                    </a:p>
                  </a:txBody>
                  <a:tcPr marL="151490" marR="151490" marT="75745" marB="75745"/>
                </a:tc>
                <a:extLst>
                  <a:ext uri="{0D108BD9-81ED-4DB2-BD59-A6C34878D82A}">
                    <a16:rowId xmlns:a16="http://schemas.microsoft.com/office/drawing/2014/main" val="4091557676"/>
                  </a:ext>
                </a:extLst>
              </a:tr>
              <a:tr h="414541">
                <a:tc>
                  <a:txBody>
                    <a:bodyPr/>
                    <a:lstStyle/>
                    <a:p>
                      <a:r>
                        <a:rPr lang="en-US" sz="1800"/>
                        <a:t>username </a:t>
                      </a:r>
                      <a:endParaRPr lang="uk-UA" sz="1800"/>
                    </a:p>
                  </a:txBody>
                  <a:tcPr marL="151490" marR="151490" marT="75745" marB="75745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/>
                        <a:t>string</a:t>
                      </a:r>
                      <a:endParaRPr lang="uk-UA" sz="1800"/>
                    </a:p>
                  </a:txBody>
                  <a:tcPr marL="151490" marR="151490" marT="75745" marB="75745"/>
                </a:tc>
                <a:extLst>
                  <a:ext uri="{0D108BD9-81ED-4DB2-BD59-A6C34878D82A}">
                    <a16:rowId xmlns:a16="http://schemas.microsoft.com/office/drawing/2014/main" val="2356023112"/>
                  </a:ext>
                </a:extLst>
              </a:tr>
              <a:tr h="414541">
                <a:tc>
                  <a:txBody>
                    <a:bodyPr/>
                    <a:lstStyle/>
                    <a:p>
                      <a:r>
                        <a:rPr lang="en-US" sz="1800"/>
                        <a:t>first_name</a:t>
                      </a:r>
                      <a:endParaRPr lang="uk-UA" sz="1800"/>
                    </a:p>
                  </a:txBody>
                  <a:tcPr marL="151490" marR="151490" marT="75745" marB="75745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/>
                        <a:t>string</a:t>
                      </a:r>
                      <a:endParaRPr lang="uk-UA" sz="1800"/>
                    </a:p>
                  </a:txBody>
                  <a:tcPr marL="151490" marR="151490" marT="75745" marB="75745"/>
                </a:tc>
                <a:extLst>
                  <a:ext uri="{0D108BD9-81ED-4DB2-BD59-A6C34878D82A}">
                    <a16:rowId xmlns:a16="http://schemas.microsoft.com/office/drawing/2014/main" val="813575354"/>
                  </a:ext>
                </a:extLst>
              </a:tr>
              <a:tr h="414541">
                <a:tc>
                  <a:txBody>
                    <a:bodyPr/>
                    <a:lstStyle/>
                    <a:p>
                      <a:r>
                        <a:rPr lang="en-US" sz="1800"/>
                        <a:t>last_name</a:t>
                      </a:r>
                      <a:endParaRPr lang="uk-UA" sz="1800"/>
                    </a:p>
                  </a:txBody>
                  <a:tcPr marL="151490" marR="151490" marT="75745" marB="75745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/>
                        <a:t>string</a:t>
                      </a:r>
                      <a:endParaRPr lang="uk-UA" sz="1800"/>
                    </a:p>
                  </a:txBody>
                  <a:tcPr marL="151490" marR="151490" marT="75745" marB="75745"/>
                </a:tc>
                <a:extLst>
                  <a:ext uri="{0D108BD9-81ED-4DB2-BD59-A6C34878D82A}">
                    <a16:rowId xmlns:a16="http://schemas.microsoft.com/office/drawing/2014/main" val="788892232"/>
                  </a:ext>
                </a:extLst>
              </a:tr>
              <a:tr h="414541">
                <a:tc>
                  <a:txBody>
                    <a:bodyPr/>
                    <a:lstStyle/>
                    <a:p>
                      <a:r>
                        <a:rPr lang="en-US" sz="1800"/>
                        <a:t>birthday</a:t>
                      </a:r>
                      <a:endParaRPr lang="uk-UA" sz="1800"/>
                    </a:p>
                  </a:txBody>
                  <a:tcPr marL="151490" marR="151490" marT="75745" marB="75745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/>
                        <a:t>string</a:t>
                      </a:r>
                      <a:endParaRPr lang="uk-UA" sz="1800"/>
                    </a:p>
                  </a:txBody>
                  <a:tcPr marL="151490" marR="151490" marT="75745" marB="75745"/>
                </a:tc>
                <a:extLst>
                  <a:ext uri="{0D108BD9-81ED-4DB2-BD59-A6C34878D82A}">
                    <a16:rowId xmlns:a16="http://schemas.microsoft.com/office/drawing/2014/main" val="2115729701"/>
                  </a:ext>
                </a:extLst>
              </a:tr>
              <a:tr h="414541">
                <a:tc>
                  <a:txBody>
                    <a:bodyPr/>
                    <a:lstStyle/>
                    <a:p>
                      <a:r>
                        <a:rPr lang="en-US" sz="1800" dirty="0" err="1"/>
                        <a:t>view_birthday</a:t>
                      </a:r>
                      <a:endParaRPr lang="uk-UA" sz="1800" dirty="0"/>
                    </a:p>
                  </a:txBody>
                  <a:tcPr marL="151490" marR="151490" marT="75745" marB="75745"/>
                </a:tc>
                <a:tc>
                  <a:txBody>
                    <a:bodyPr/>
                    <a:lstStyle/>
                    <a:p>
                      <a:r>
                        <a:rPr lang="en-US" sz="1800" dirty="0" err="1"/>
                        <a:t>boolean</a:t>
                      </a:r>
                      <a:endParaRPr lang="uk-UA" sz="1800" dirty="0"/>
                    </a:p>
                  </a:txBody>
                  <a:tcPr marL="151490" marR="151490" marT="75745" marB="75745"/>
                </a:tc>
                <a:extLst>
                  <a:ext uri="{0D108BD9-81ED-4DB2-BD59-A6C34878D82A}">
                    <a16:rowId xmlns:a16="http://schemas.microsoft.com/office/drawing/2014/main" val="2365368881"/>
                  </a:ext>
                </a:extLst>
              </a:tr>
              <a:tr h="414541">
                <a:tc>
                  <a:txBody>
                    <a:bodyPr/>
                    <a:lstStyle/>
                    <a:p>
                      <a:r>
                        <a:rPr lang="en-US" sz="1800" dirty="0"/>
                        <a:t>sex</a:t>
                      </a:r>
                      <a:endParaRPr lang="uk-UA" sz="1800" dirty="0"/>
                    </a:p>
                  </a:txBody>
                  <a:tcPr marL="151490" marR="151490" marT="75745" marB="75745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string</a:t>
                      </a:r>
                      <a:endParaRPr lang="uk-UA" sz="1800" dirty="0"/>
                    </a:p>
                  </a:txBody>
                  <a:tcPr marL="151490" marR="151490" marT="75745" marB="75745"/>
                </a:tc>
                <a:extLst>
                  <a:ext uri="{0D108BD9-81ED-4DB2-BD59-A6C34878D82A}">
                    <a16:rowId xmlns:a16="http://schemas.microsoft.com/office/drawing/2014/main" val="2522556700"/>
                  </a:ext>
                </a:extLst>
              </a:tr>
              <a:tr h="414541">
                <a:tc>
                  <a:txBody>
                    <a:bodyPr/>
                    <a:lstStyle/>
                    <a:p>
                      <a:r>
                        <a:rPr lang="en-US" dirty="0"/>
                        <a:t>photo</a:t>
                      </a:r>
                      <a:endParaRPr lang="uk-U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string</a:t>
                      </a:r>
                      <a:endParaRPr lang="uk-UA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16005244"/>
                  </a:ext>
                </a:extLst>
              </a:tr>
              <a:tr h="414541">
                <a:tc>
                  <a:txBody>
                    <a:bodyPr/>
                    <a:lstStyle/>
                    <a:p>
                      <a:r>
                        <a:rPr lang="en-US" dirty="0" err="1"/>
                        <a:t>about_user</a:t>
                      </a:r>
                      <a:endParaRPr lang="uk-U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string</a:t>
                      </a:r>
                      <a:endParaRPr lang="uk-UA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98656609"/>
                  </a:ext>
                </a:extLst>
              </a:tr>
              <a:tr h="414541">
                <a:tc>
                  <a:txBody>
                    <a:bodyPr/>
                    <a:lstStyle/>
                    <a:p>
                      <a:r>
                        <a:rPr lang="en-US" dirty="0"/>
                        <a:t>subscriber</a:t>
                      </a:r>
                      <a:endParaRPr lang="uk-U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number</a:t>
                      </a:r>
                      <a:endParaRPr lang="uk-UA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22812249"/>
                  </a:ext>
                </a:extLst>
              </a:tr>
              <a:tr h="414541">
                <a:tc>
                  <a:txBody>
                    <a:bodyPr/>
                    <a:lstStyle/>
                    <a:p>
                      <a:r>
                        <a:rPr lang="en-US" dirty="0"/>
                        <a:t>subscription</a:t>
                      </a:r>
                      <a:endParaRPr lang="uk-U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number</a:t>
                      </a:r>
                      <a:endParaRPr lang="uk-UA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14315578"/>
                  </a:ext>
                </a:extLst>
              </a:tr>
              <a:tr h="414541">
                <a:tc>
                  <a:txBody>
                    <a:bodyPr/>
                    <a:lstStyle/>
                    <a:p>
                      <a:r>
                        <a:rPr lang="en-US" dirty="0" err="1"/>
                        <a:t>is_premium</a:t>
                      </a:r>
                      <a:endParaRPr lang="uk-U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err="1"/>
                        <a:t>boolean</a:t>
                      </a:r>
                      <a:endParaRPr lang="uk-UA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47993795"/>
                  </a:ext>
                </a:extLst>
              </a:tr>
              <a:tr h="414541">
                <a:tc>
                  <a:txBody>
                    <a:bodyPr/>
                    <a:lstStyle/>
                    <a:p>
                      <a:r>
                        <a:rPr lang="uk-UA" sz="180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is_unviewed_notification</a:t>
                      </a:r>
                      <a:endParaRPr lang="uk-U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err="1"/>
                        <a:t>boolean</a:t>
                      </a:r>
                      <a:endParaRPr lang="uk-UA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40739488"/>
                  </a:ext>
                </a:extLst>
              </a:tr>
              <a:tr h="414541">
                <a:tc>
                  <a:txBody>
                    <a:bodyPr/>
                    <a:lstStyle/>
                    <a:p>
                      <a:r>
                        <a:rPr lang="uk-UA" sz="180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is_already_registered</a:t>
                      </a:r>
                      <a:endParaRPr lang="uk-U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err="1"/>
                        <a:t>boolean</a:t>
                      </a:r>
                      <a:endParaRPr lang="uk-UA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20264412"/>
                  </a:ext>
                </a:extLst>
              </a:tr>
            </a:tbl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A364381-7E56-083A-732F-BE9D72DF4E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7BB42A-2F35-4D17-9702-336F4545CB24}" type="slidenum">
              <a:rPr lang="uk-UA" smtClean="0"/>
              <a:t>4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29674622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665DBBEF-238B-476B-96AB-8AAC3224EC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D846931-960A-BFBA-EEE0-9F2BF6BFD4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882" y="639193"/>
            <a:ext cx="3571810" cy="3573516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66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2. Wish</a:t>
            </a:r>
          </a:p>
        </p:txBody>
      </p:sp>
      <p:sp>
        <p:nvSpPr>
          <p:cNvPr id="11" name="sketch line">
            <a:extLst>
              <a:ext uri="{FF2B5EF4-FFF2-40B4-BE49-F238E27FC236}">
                <a16:creationId xmlns:a16="http://schemas.microsoft.com/office/drawing/2014/main" id="{3FCFB1DE-0B7E-48CC-BA90-B2AB0889F9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4409267"/>
            <a:ext cx="3255095" cy="18288"/>
          </a:xfrm>
          <a:custGeom>
            <a:avLst/>
            <a:gdLst>
              <a:gd name="csX0" fmla="*/ 0 w 3255095"/>
              <a:gd name="csY0" fmla="*/ 0 h 18288"/>
              <a:gd name="csX1" fmla="*/ 618468 w 3255095"/>
              <a:gd name="csY1" fmla="*/ 0 h 18288"/>
              <a:gd name="csX2" fmla="*/ 1269487 w 3255095"/>
              <a:gd name="csY2" fmla="*/ 0 h 18288"/>
              <a:gd name="csX3" fmla="*/ 1953057 w 3255095"/>
              <a:gd name="csY3" fmla="*/ 0 h 18288"/>
              <a:gd name="csX4" fmla="*/ 2636627 w 3255095"/>
              <a:gd name="csY4" fmla="*/ 0 h 18288"/>
              <a:gd name="csX5" fmla="*/ 3255095 w 3255095"/>
              <a:gd name="csY5" fmla="*/ 0 h 18288"/>
              <a:gd name="csX6" fmla="*/ 3255095 w 3255095"/>
              <a:gd name="csY6" fmla="*/ 18288 h 18288"/>
              <a:gd name="csX7" fmla="*/ 2538974 w 3255095"/>
              <a:gd name="csY7" fmla="*/ 18288 h 18288"/>
              <a:gd name="csX8" fmla="*/ 1822853 w 3255095"/>
              <a:gd name="csY8" fmla="*/ 18288 h 18288"/>
              <a:gd name="csX9" fmla="*/ 1171834 w 3255095"/>
              <a:gd name="csY9" fmla="*/ 18288 h 18288"/>
              <a:gd name="csX10" fmla="*/ 0 w 3255095"/>
              <a:gd name="csY10" fmla="*/ 18288 h 18288"/>
              <a:gd name="csX11" fmla="*/ 0 w 3255095"/>
              <a:gd name="csY11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4" name="Таблиця 11">
            <a:extLst>
              <a:ext uri="{FF2B5EF4-FFF2-40B4-BE49-F238E27FC236}">
                <a16:creationId xmlns:a16="http://schemas.microsoft.com/office/drawing/2014/main" id="{471899B5-F6B2-0054-411A-BDFE7C5D1FF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06335516"/>
              </p:ext>
            </p:extLst>
          </p:nvPr>
        </p:nvGraphicFramePr>
        <p:xfrm>
          <a:off x="4654296" y="679223"/>
          <a:ext cx="7214617" cy="547213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131884">
                  <a:extLst>
                    <a:ext uri="{9D8B030D-6E8A-4147-A177-3AD203B41FA5}">
                      <a16:colId xmlns:a16="http://schemas.microsoft.com/office/drawing/2014/main" val="3974167123"/>
                    </a:ext>
                  </a:extLst>
                </a:gridCol>
                <a:gridCol w="3082733">
                  <a:extLst>
                    <a:ext uri="{9D8B030D-6E8A-4147-A177-3AD203B41FA5}">
                      <a16:colId xmlns:a16="http://schemas.microsoft.com/office/drawing/2014/main" val="903365004"/>
                    </a:ext>
                  </a:extLst>
                </a:gridCol>
              </a:tblGrid>
              <a:tr h="547213">
                <a:tc>
                  <a:txBody>
                    <a:bodyPr/>
                    <a:lstStyle/>
                    <a:p>
                      <a:r>
                        <a:rPr lang="en-US" sz="2400"/>
                        <a:t>id</a:t>
                      </a:r>
                      <a:endParaRPr lang="uk-UA" sz="2400"/>
                    </a:p>
                  </a:txBody>
                  <a:tcPr marL="124366" marR="124366" marT="62183" marB="62183"/>
                </a:tc>
                <a:tc>
                  <a:txBody>
                    <a:bodyPr/>
                    <a:lstStyle/>
                    <a:p>
                      <a:r>
                        <a:rPr lang="en-US" sz="2400"/>
                        <a:t>string</a:t>
                      </a:r>
                      <a:endParaRPr lang="uk-UA" sz="2400"/>
                    </a:p>
                  </a:txBody>
                  <a:tcPr marL="124366" marR="124366" marT="62183" marB="62183"/>
                </a:tc>
                <a:extLst>
                  <a:ext uri="{0D108BD9-81ED-4DB2-BD59-A6C34878D82A}">
                    <a16:rowId xmlns:a16="http://schemas.microsoft.com/office/drawing/2014/main" val="1567497169"/>
                  </a:ext>
                </a:extLst>
              </a:tr>
              <a:tr h="547213">
                <a:tc>
                  <a:txBody>
                    <a:bodyPr/>
                    <a:lstStyle/>
                    <a:p>
                      <a:r>
                        <a:rPr lang="en-US" sz="2400"/>
                        <a:t>name</a:t>
                      </a:r>
                      <a:endParaRPr lang="uk-UA" sz="2400"/>
                    </a:p>
                  </a:txBody>
                  <a:tcPr marL="124366" marR="124366" marT="62183" marB="62183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/>
                        <a:t>string</a:t>
                      </a:r>
                      <a:endParaRPr lang="uk-UA" sz="2400"/>
                    </a:p>
                  </a:txBody>
                  <a:tcPr marL="124366" marR="124366" marT="62183" marB="62183"/>
                </a:tc>
                <a:extLst>
                  <a:ext uri="{0D108BD9-81ED-4DB2-BD59-A6C34878D82A}">
                    <a16:rowId xmlns:a16="http://schemas.microsoft.com/office/drawing/2014/main" val="4091557676"/>
                  </a:ext>
                </a:extLst>
              </a:tr>
              <a:tr h="547213">
                <a:tc>
                  <a:txBody>
                    <a:bodyPr/>
                    <a:lstStyle/>
                    <a:p>
                      <a:r>
                        <a:rPr lang="en-US" sz="2400"/>
                        <a:t>price</a:t>
                      </a:r>
                      <a:endParaRPr lang="uk-UA" sz="2400"/>
                    </a:p>
                  </a:txBody>
                  <a:tcPr marL="124366" marR="124366" marT="62183" marB="62183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/>
                        <a:t>number</a:t>
                      </a:r>
                      <a:endParaRPr lang="uk-UA" sz="2400"/>
                    </a:p>
                  </a:txBody>
                  <a:tcPr marL="124366" marR="124366" marT="62183" marB="62183"/>
                </a:tc>
                <a:extLst>
                  <a:ext uri="{0D108BD9-81ED-4DB2-BD59-A6C34878D82A}">
                    <a16:rowId xmlns:a16="http://schemas.microsoft.com/office/drawing/2014/main" val="2356023112"/>
                  </a:ext>
                </a:extLst>
              </a:tr>
              <a:tr h="547213">
                <a:tc>
                  <a:txBody>
                    <a:bodyPr/>
                    <a:lstStyle/>
                    <a:p>
                      <a:r>
                        <a:rPr lang="en-US" sz="2400"/>
                        <a:t>link</a:t>
                      </a:r>
                      <a:endParaRPr lang="uk-UA" sz="2400"/>
                    </a:p>
                  </a:txBody>
                  <a:tcPr marL="124366" marR="124366" marT="62183" marB="62183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/>
                        <a:t>string</a:t>
                      </a:r>
                      <a:endParaRPr lang="uk-UA" sz="2400"/>
                    </a:p>
                  </a:txBody>
                  <a:tcPr marL="124366" marR="124366" marT="62183" marB="62183"/>
                </a:tc>
                <a:extLst>
                  <a:ext uri="{0D108BD9-81ED-4DB2-BD59-A6C34878D82A}">
                    <a16:rowId xmlns:a16="http://schemas.microsoft.com/office/drawing/2014/main" val="813575354"/>
                  </a:ext>
                </a:extLst>
              </a:tr>
              <a:tr h="547213">
                <a:tc>
                  <a:txBody>
                    <a:bodyPr/>
                    <a:lstStyle/>
                    <a:p>
                      <a:r>
                        <a:rPr lang="en-US" sz="2400"/>
                        <a:t>currency</a:t>
                      </a:r>
                      <a:endParaRPr lang="uk-UA" sz="2400"/>
                    </a:p>
                  </a:txBody>
                  <a:tcPr marL="124366" marR="124366" marT="62183" marB="62183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/>
                        <a:t>string</a:t>
                      </a:r>
                      <a:endParaRPr lang="uk-UA" sz="2400"/>
                    </a:p>
                  </a:txBody>
                  <a:tcPr marL="124366" marR="124366" marT="62183" marB="62183"/>
                </a:tc>
                <a:extLst>
                  <a:ext uri="{0D108BD9-81ED-4DB2-BD59-A6C34878D82A}">
                    <a16:rowId xmlns:a16="http://schemas.microsoft.com/office/drawing/2014/main" val="788892232"/>
                  </a:ext>
                </a:extLst>
              </a:tr>
              <a:tr h="547213">
                <a:tc>
                  <a:txBody>
                    <a:bodyPr/>
                    <a:lstStyle/>
                    <a:p>
                      <a:r>
                        <a:rPr lang="en-US" sz="2400"/>
                        <a:t>description</a:t>
                      </a:r>
                      <a:endParaRPr lang="uk-UA" sz="2400"/>
                    </a:p>
                  </a:txBody>
                  <a:tcPr marL="124366" marR="124366" marT="62183" marB="62183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/>
                        <a:t>string</a:t>
                      </a:r>
                      <a:endParaRPr lang="uk-UA" sz="2400"/>
                    </a:p>
                  </a:txBody>
                  <a:tcPr marL="124366" marR="124366" marT="62183" marB="62183"/>
                </a:tc>
                <a:extLst>
                  <a:ext uri="{0D108BD9-81ED-4DB2-BD59-A6C34878D82A}">
                    <a16:rowId xmlns:a16="http://schemas.microsoft.com/office/drawing/2014/main" val="2115729701"/>
                  </a:ext>
                </a:extLst>
              </a:tr>
              <a:tr h="547213">
                <a:tc>
                  <a:txBody>
                    <a:bodyPr/>
                    <a:lstStyle/>
                    <a:p>
                      <a:r>
                        <a:rPr lang="en-US" sz="2400"/>
                        <a:t>access_type</a:t>
                      </a:r>
                      <a:endParaRPr lang="uk-UA" sz="2400"/>
                    </a:p>
                  </a:txBody>
                  <a:tcPr marL="124366" marR="124366" marT="62183" marB="62183"/>
                </a:tc>
                <a:tc>
                  <a:txBody>
                    <a:bodyPr/>
                    <a:lstStyle/>
                    <a:p>
                      <a:r>
                        <a:rPr lang="en-US" sz="2400"/>
                        <a:t>string</a:t>
                      </a:r>
                      <a:endParaRPr lang="uk-UA" sz="2400"/>
                    </a:p>
                  </a:txBody>
                  <a:tcPr marL="124366" marR="124366" marT="62183" marB="62183"/>
                </a:tc>
                <a:extLst>
                  <a:ext uri="{0D108BD9-81ED-4DB2-BD59-A6C34878D82A}">
                    <a16:rowId xmlns:a16="http://schemas.microsoft.com/office/drawing/2014/main" val="2365368881"/>
                  </a:ext>
                </a:extLst>
              </a:tr>
              <a:tr h="547213">
                <a:tc>
                  <a:txBody>
                    <a:bodyPr/>
                    <a:lstStyle/>
                    <a:p>
                      <a:r>
                        <a:rPr lang="en-US" sz="2400"/>
                        <a:t>photo</a:t>
                      </a:r>
                      <a:endParaRPr lang="uk-UA" sz="2400"/>
                    </a:p>
                  </a:txBody>
                  <a:tcPr marL="124366" marR="124366" marT="62183" marB="62183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/>
                        <a:t>string</a:t>
                      </a:r>
                      <a:endParaRPr lang="uk-UA" sz="2400"/>
                    </a:p>
                  </a:txBody>
                  <a:tcPr marL="124366" marR="124366" marT="62183" marB="62183"/>
                </a:tc>
                <a:extLst>
                  <a:ext uri="{0D108BD9-81ED-4DB2-BD59-A6C34878D82A}">
                    <a16:rowId xmlns:a16="http://schemas.microsoft.com/office/drawing/2014/main" val="3916005244"/>
                  </a:ext>
                </a:extLst>
              </a:tr>
              <a:tr h="547213">
                <a:tc>
                  <a:txBody>
                    <a:bodyPr/>
                    <a:lstStyle/>
                    <a:p>
                      <a:r>
                        <a:rPr lang="en-US" sz="2400"/>
                        <a:t>video</a:t>
                      </a:r>
                      <a:endParaRPr lang="uk-UA" sz="2400"/>
                    </a:p>
                  </a:txBody>
                  <a:tcPr marL="124366" marR="124366" marT="62183" marB="62183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/>
                        <a:t>string</a:t>
                      </a:r>
                      <a:endParaRPr lang="uk-UA" sz="2400"/>
                    </a:p>
                  </a:txBody>
                  <a:tcPr marL="124366" marR="124366" marT="62183" marB="62183"/>
                </a:tc>
                <a:extLst>
                  <a:ext uri="{0D108BD9-81ED-4DB2-BD59-A6C34878D82A}">
                    <a16:rowId xmlns:a16="http://schemas.microsoft.com/office/drawing/2014/main" val="3382979521"/>
                  </a:ext>
                </a:extLst>
              </a:tr>
              <a:tr h="547213">
                <a:tc>
                  <a:txBody>
                    <a:bodyPr/>
                    <a:lstStyle/>
                    <a:p>
                      <a:r>
                        <a:rPr lang="en-US" sz="2400"/>
                        <a:t>author</a:t>
                      </a:r>
                      <a:endParaRPr lang="uk-UA" sz="2400"/>
                    </a:p>
                  </a:txBody>
                  <a:tcPr marL="124366" marR="124366" marT="62183" marB="62183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/>
                        <a:t>User</a:t>
                      </a:r>
                      <a:endParaRPr lang="uk-UA" sz="2400"/>
                    </a:p>
                  </a:txBody>
                  <a:tcPr marL="124366" marR="124366" marT="62183" marB="62183"/>
                </a:tc>
                <a:extLst>
                  <a:ext uri="{0D108BD9-81ED-4DB2-BD59-A6C34878D82A}">
                    <a16:rowId xmlns:a16="http://schemas.microsoft.com/office/drawing/2014/main" val="879520039"/>
                  </a:ext>
                </a:extLst>
              </a:tr>
            </a:tbl>
          </a:graphicData>
        </a:graphic>
      </p:graphicFrame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2FEC100-5EB5-49BB-1B3C-7C947CABF6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7BB42A-2F35-4D17-9702-336F4545CB24}" type="slidenum">
              <a:rPr lang="uk-UA" smtClean="0"/>
              <a:t>5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417278104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665DBBEF-238B-476B-96AB-8AAC3224EC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F7B0A69-EBDA-409B-7930-38F442F91C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881" y="639193"/>
            <a:ext cx="4409773" cy="3573516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56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3. Reservation</a:t>
            </a:r>
          </a:p>
        </p:txBody>
      </p:sp>
      <p:sp>
        <p:nvSpPr>
          <p:cNvPr id="11" name="sketch line">
            <a:extLst>
              <a:ext uri="{FF2B5EF4-FFF2-40B4-BE49-F238E27FC236}">
                <a16:creationId xmlns:a16="http://schemas.microsoft.com/office/drawing/2014/main" id="{3FCFB1DE-0B7E-48CC-BA90-B2AB0889F9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4409267"/>
            <a:ext cx="3255095" cy="18288"/>
          </a:xfrm>
          <a:custGeom>
            <a:avLst/>
            <a:gdLst>
              <a:gd name="csX0" fmla="*/ 0 w 3255095"/>
              <a:gd name="csY0" fmla="*/ 0 h 18288"/>
              <a:gd name="csX1" fmla="*/ 618468 w 3255095"/>
              <a:gd name="csY1" fmla="*/ 0 h 18288"/>
              <a:gd name="csX2" fmla="*/ 1269487 w 3255095"/>
              <a:gd name="csY2" fmla="*/ 0 h 18288"/>
              <a:gd name="csX3" fmla="*/ 1953057 w 3255095"/>
              <a:gd name="csY3" fmla="*/ 0 h 18288"/>
              <a:gd name="csX4" fmla="*/ 2636627 w 3255095"/>
              <a:gd name="csY4" fmla="*/ 0 h 18288"/>
              <a:gd name="csX5" fmla="*/ 3255095 w 3255095"/>
              <a:gd name="csY5" fmla="*/ 0 h 18288"/>
              <a:gd name="csX6" fmla="*/ 3255095 w 3255095"/>
              <a:gd name="csY6" fmla="*/ 18288 h 18288"/>
              <a:gd name="csX7" fmla="*/ 2538974 w 3255095"/>
              <a:gd name="csY7" fmla="*/ 18288 h 18288"/>
              <a:gd name="csX8" fmla="*/ 1822853 w 3255095"/>
              <a:gd name="csY8" fmla="*/ 18288 h 18288"/>
              <a:gd name="csX9" fmla="*/ 1171834 w 3255095"/>
              <a:gd name="csY9" fmla="*/ 18288 h 18288"/>
              <a:gd name="csX10" fmla="*/ 0 w 3255095"/>
              <a:gd name="csY10" fmla="*/ 18288 h 18288"/>
              <a:gd name="csX11" fmla="*/ 0 w 3255095"/>
              <a:gd name="csY11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4" name="Таблиця 11">
            <a:extLst>
              <a:ext uri="{FF2B5EF4-FFF2-40B4-BE49-F238E27FC236}">
                <a16:creationId xmlns:a16="http://schemas.microsoft.com/office/drawing/2014/main" id="{A4D2AD97-18CE-3351-D6C6-8E963025D5D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76690153"/>
              </p:ext>
            </p:extLst>
          </p:nvPr>
        </p:nvGraphicFramePr>
        <p:xfrm>
          <a:off x="5821511" y="1940052"/>
          <a:ext cx="4880187" cy="295046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185160">
                  <a:extLst>
                    <a:ext uri="{9D8B030D-6E8A-4147-A177-3AD203B41FA5}">
                      <a16:colId xmlns:a16="http://schemas.microsoft.com/office/drawing/2014/main" val="3974167123"/>
                    </a:ext>
                  </a:extLst>
                </a:gridCol>
                <a:gridCol w="1695027">
                  <a:extLst>
                    <a:ext uri="{9D8B030D-6E8A-4147-A177-3AD203B41FA5}">
                      <a16:colId xmlns:a16="http://schemas.microsoft.com/office/drawing/2014/main" val="903365004"/>
                    </a:ext>
                  </a:extLst>
                </a:gridCol>
              </a:tblGrid>
              <a:tr h="737616">
                <a:tc>
                  <a:txBody>
                    <a:bodyPr/>
                    <a:lstStyle/>
                    <a:p>
                      <a:r>
                        <a:rPr lang="en-US" sz="3300"/>
                        <a:t>id</a:t>
                      </a:r>
                      <a:endParaRPr lang="uk-UA" sz="3300"/>
                    </a:p>
                  </a:txBody>
                  <a:tcPr marL="167640" marR="167640" marT="83820" marB="83820"/>
                </a:tc>
                <a:tc>
                  <a:txBody>
                    <a:bodyPr/>
                    <a:lstStyle/>
                    <a:p>
                      <a:r>
                        <a:rPr lang="en-US" sz="3300"/>
                        <a:t>string</a:t>
                      </a:r>
                      <a:endParaRPr lang="uk-UA" sz="3300"/>
                    </a:p>
                  </a:txBody>
                  <a:tcPr marL="167640" marR="167640" marT="83820" marB="83820"/>
                </a:tc>
                <a:extLst>
                  <a:ext uri="{0D108BD9-81ED-4DB2-BD59-A6C34878D82A}">
                    <a16:rowId xmlns:a16="http://schemas.microsoft.com/office/drawing/2014/main" val="1567497169"/>
                  </a:ext>
                </a:extLst>
              </a:tr>
              <a:tr h="737616">
                <a:tc>
                  <a:txBody>
                    <a:bodyPr/>
                    <a:lstStyle/>
                    <a:p>
                      <a:r>
                        <a:rPr lang="en-US" sz="3300"/>
                        <a:t>selected_user</a:t>
                      </a:r>
                      <a:endParaRPr lang="uk-UA" sz="3300"/>
                    </a:p>
                  </a:txBody>
                  <a:tcPr marL="167640" marR="167640" marT="83820" marB="83820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300"/>
                        <a:t>User</a:t>
                      </a:r>
                      <a:endParaRPr lang="uk-UA" sz="3300"/>
                    </a:p>
                  </a:txBody>
                  <a:tcPr marL="167640" marR="167640" marT="83820" marB="83820"/>
                </a:tc>
                <a:extLst>
                  <a:ext uri="{0D108BD9-81ED-4DB2-BD59-A6C34878D82A}">
                    <a16:rowId xmlns:a16="http://schemas.microsoft.com/office/drawing/2014/main" val="4091557676"/>
                  </a:ext>
                </a:extLst>
              </a:tr>
              <a:tr h="737616">
                <a:tc>
                  <a:txBody>
                    <a:bodyPr/>
                    <a:lstStyle/>
                    <a:p>
                      <a:r>
                        <a:rPr lang="en-US" sz="3300"/>
                        <a:t>wish_id</a:t>
                      </a:r>
                      <a:endParaRPr lang="uk-UA" sz="3300"/>
                    </a:p>
                  </a:txBody>
                  <a:tcPr marL="167640" marR="167640" marT="83820" marB="83820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300"/>
                        <a:t>string</a:t>
                      </a:r>
                      <a:endParaRPr lang="uk-UA" sz="3300"/>
                    </a:p>
                  </a:txBody>
                  <a:tcPr marL="167640" marR="167640" marT="83820" marB="83820"/>
                </a:tc>
                <a:extLst>
                  <a:ext uri="{0D108BD9-81ED-4DB2-BD59-A6C34878D82A}">
                    <a16:rowId xmlns:a16="http://schemas.microsoft.com/office/drawing/2014/main" val="2356023112"/>
                  </a:ext>
                </a:extLst>
              </a:tr>
              <a:tr h="737616">
                <a:tc>
                  <a:txBody>
                    <a:bodyPr/>
                    <a:lstStyle/>
                    <a:p>
                      <a:r>
                        <a:rPr lang="en-US" sz="3300"/>
                        <a:t>candidates</a:t>
                      </a:r>
                      <a:endParaRPr lang="uk-UA" sz="3300"/>
                    </a:p>
                  </a:txBody>
                  <a:tcPr marL="167640" marR="167640" marT="83820" marB="83820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300"/>
                        <a:t>User[]</a:t>
                      </a:r>
                      <a:endParaRPr lang="uk-UA" sz="3300"/>
                    </a:p>
                  </a:txBody>
                  <a:tcPr marL="167640" marR="167640" marT="83820" marB="83820"/>
                </a:tc>
                <a:extLst>
                  <a:ext uri="{0D108BD9-81ED-4DB2-BD59-A6C34878D82A}">
                    <a16:rowId xmlns:a16="http://schemas.microsoft.com/office/drawing/2014/main" val="813575354"/>
                  </a:ext>
                </a:extLst>
              </a:tr>
            </a:tbl>
          </a:graphicData>
        </a:graphic>
      </p:graphicFrame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5EE8DA1-CF0F-EBD4-72A8-663D7056D9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7BB42A-2F35-4D17-9702-336F4545CB24}" type="slidenum">
              <a:rPr lang="uk-UA" smtClean="0"/>
              <a:t>6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43073630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665DBBEF-238B-476B-96AB-8AAC3224EC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E8B9AC7-00D5-1D49-1F7E-76878DA8D2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882" y="639193"/>
            <a:ext cx="3571810" cy="3573516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66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4. Brand</a:t>
            </a:r>
          </a:p>
        </p:txBody>
      </p:sp>
      <p:sp>
        <p:nvSpPr>
          <p:cNvPr id="11" name="sketch line">
            <a:extLst>
              <a:ext uri="{FF2B5EF4-FFF2-40B4-BE49-F238E27FC236}">
                <a16:creationId xmlns:a16="http://schemas.microsoft.com/office/drawing/2014/main" id="{3FCFB1DE-0B7E-48CC-BA90-B2AB0889F9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4409267"/>
            <a:ext cx="3255095" cy="18288"/>
          </a:xfrm>
          <a:custGeom>
            <a:avLst/>
            <a:gdLst>
              <a:gd name="csX0" fmla="*/ 0 w 3255095"/>
              <a:gd name="csY0" fmla="*/ 0 h 18288"/>
              <a:gd name="csX1" fmla="*/ 618468 w 3255095"/>
              <a:gd name="csY1" fmla="*/ 0 h 18288"/>
              <a:gd name="csX2" fmla="*/ 1269487 w 3255095"/>
              <a:gd name="csY2" fmla="*/ 0 h 18288"/>
              <a:gd name="csX3" fmla="*/ 1953057 w 3255095"/>
              <a:gd name="csY3" fmla="*/ 0 h 18288"/>
              <a:gd name="csX4" fmla="*/ 2636627 w 3255095"/>
              <a:gd name="csY4" fmla="*/ 0 h 18288"/>
              <a:gd name="csX5" fmla="*/ 3255095 w 3255095"/>
              <a:gd name="csY5" fmla="*/ 0 h 18288"/>
              <a:gd name="csX6" fmla="*/ 3255095 w 3255095"/>
              <a:gd name="csY6" fmla="*/ 18288 h 18288"/>
              <a:gd name="csX7" fmla="*/ 2538974 w 3255095"/>
              <a:gd name="csY7" fmla="*/ 18288 h 18288"/>
              <a:gd name="csX8" fmla="*/ 1822853 w 3255095"/>
              <a:gd name="csY8" fmla="*/ 18288 h 18288"/>
              <a:gd name="csX9" fmla="*/ 1171834 w 3255095"/>
              <a:gd name="csY9" fmla="*/ 18288 h 18288"/>
              <a:gd name="csX10" fmla="*/ 0 w 3255095"/>
              <a:gd name="csY10" fmla="*/ 18288 h 18288"/>
              <a:gd name="csX11" fmla="*/ 0 w 3255095"/>
              <a:gd name="csY11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4" name="Таблиця 11">
            <a:extLst>
              <a:ext uri="{FF2B5EF4-FFF2-40B4-BE49-F238E27FC236}">
                <a16:creationId xmlns:a16="http://schemas.microsoft.com/office/drawing/2014/main" id="{0A521F95-881B-DB86-E9AB-39AF764DFA2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65068034"/>
              </p:ext>
            </p:extLst>
          </p:nvPr>
        </p:nvGraphicFramePr>
        <p:xfrm>
          <a:off x="6019419" y="1202436"/>
          <a:ext cx="4484371" cy="442569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882477">
                  <a:extLst>
                    <a:ext uri="{9D8B030D-6E8A-4147-A177-3AD203B41FA5}">
                      <a16:colId xmlns:a16="http://schemas.microsoft.com/office/drawing/2014/main" val="3974167123"/>
                    </a:ext>
                  </a:extLst>
                </a:gridCol>
                <a:gridCol w="1601894">
                  <a:extLst>
                    <a:ext uri="{9D8B030D-6E8A-4147-A177-3AD203B41FA5}">
                      <a16:colId xmlns:a16="http://schemas.microsoft.com/office/drawing/2014/main" val="903365004"/>
                    </a:ext>
                  </a:extLst>
                </a:gridCol>
              </a:tblGrid>
              <a:tr h="737616">
                <a:tc>
                  <a:txBody>
                    <a:bodyPr/>
                    <a:lstStyle/>
                    <a:p>
                      <a:r>
                        <a:rPr lang="en-US" sz="3300"/>
                        <a:t>slug</a:t>
                      </a:r>
                      <a:endParaRPr lang="uk-UA" sz="3300"/>
                    </a:p>
                  </a:txBody>
                  <a:tcPr marL="167640" marR="167640" marT="83820" marB="83820"/>
                </a:tc>
                <a:tc>
                  <a:txBody>
                    <a:bodyPr/>
                    <a:lstStyle/>
                    <a:p>
                      <a:r>
                        <a:rPr lang="en-US" sz="3300"/>
                        <a:t>string</a:t>
                      </a:r>
                      <a:endParaRPr lang="uk-UA" sz="3300"/>
                    </a:p>
                  </a:txBody>
                  <a:tcPr marL="167640" marR="167640" marT="83820" marB="83820"/>
                </a:tc>
                <a:extLst>
                  <a:ext uri="{0D108BD9-81ED-4DB2-BD59-A6C34878D82A}">
                    <a16:rowId xmlns:a16="http://schemas.microsoft.com/office/drawing/2014/main" val="1567497169"/>
                  </a:ext>
                </a:extLst>
              </a:tr>
              <a:tr h="737616">
                <a:tc>
                  <a:txBody>
                    <a:bodyPr/>
                    <a:lstStyle/>
                    <a:p>
                      <a:r>
                        <a:rPr lang="en-US" sz="3300"/>
                        <a:t>name</a:t>
                      </a:r>
                      <a:endParaRPr lang="uk-UA" sz="3300"/>
                    </a:p>
                  </a:txBody>
                  <a:tcPr marL="167640" marR="167640" marT="83820" marB="83820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300"/>
                        <a:t>string</a:t>
                      </a:r>
                      <a:endParaRPr lang="uk-UA" sz="3300"/>
                    </a:p>
                  </a:txBody>
                  <a:tcPr marL="167640" marR="167640" marT="83820" marB="83820"/>
                </a:tc>
                <a:extLst>
                  <a:ext uri="{0D108BD9-81ED-4DB2-BD59-A6C34878D82A}">
                    <a16:rowId xmlns:a16="http://schemas.microsoft.com/office/drawing/2014/main" val="4091557676"/>
                  </a:ext>
                </a:extLst>
              </a:tr>
              <a:tr h="737616">
                <a:tc>
                  <a:txBody>
                    <a:bodyPr/>
                    <a:lstStyle/>
                    <a:p>
                      <a:r>
                        <a:rPr lang="en-US" sz="3300"/>
                        <a:t>nickname</a:t>
                      </a:r>
                      <a:endParaRPr lang="uk-UA" sz="3300"/>
                    </a:p>
                  </a:txBody>
                  <a:tcPr marL="167640" marR="167640" marT="83820" marB="83820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300"/>
                        <a:t>string</a:t>
                      </a:r>
                      <a:endParaRPr lang="uk-UA" sz="3300"/>
                    </a:p>
                  </a:txBody>
                  <a:tcPr marL="167640" marR="167640" marT="83820" marB="83820"/>
                </a:tc>
                <a:extLst>
                  <a:ext uri="{0D108BD9-81ED-4DB2-BD59-A6C34878D82A}">
                    <a16:rowId xmlns:a16="http://schemas.microsoft.com/office/drawing/2014/main" val="2356023112"/>
                  </a:ext>
                </a:extLst>
              </a:tr>
              <a:tr h="737616">
                <a:tc>
                  <a:txBody>
                    <a:bodyPr/>
                    <a:lstStyle/>
                    <a:p>
                      <a:r>
                        <a:rPr lang="en-US" sz="3300"/>
                        <a:t>photo</a:t>
                      </a:r>
                      <a:endParaRPr lang="uk-UA" sz="3300"/>
                    </a:p>
                  </a:txBody>
                  <a:tcPr marL="167640" marR="167640" marT="83820" marB="83820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300"/>
                        <a:t>string</a:t>
                      </a:r>
                      <a:endParaRPr lang="uk-UA" sz="3300"/>
                    </a:p>
                  </a:txBody>
                  <a:tcPr marL="167640" marR="167640" marT="83820" marB="83820"/>
                </a:tc>
                <a:extLst>
                  <a:ext uri="{0D108BD9-81ED-4DB2-BD59-A6C34878D82A}">
                    <a16:rowId xmlns:a16="http://schemas.microsoft.com/office/drawing/2014/main" val="813575354"/>
                  </a:ext>
                </a:extLst>
              </a:tr>
              <a:tr h="737616">
                <a:tc>
                  <a:txBody>
                    <a:bodyPr/>
                    <a:lstStyle/>
                    <a:p>
                      <a:r>
                        <a:rPr lang="en-US" sz="3300"/>
                        <a:t>cover_photo</a:t>
                      </a:r>
                      <a:endParaRPr lang="uk-UA" sz="3300"/>
                    </a:p>
                  </a:txBody>
                  <a:tcPr marL="167640" marR="167640" marT="83820" marB="83820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300"/>
                        <a:t>string</a:t>
                      </a:r>
                      <a:endParaRPr lang="uk-UA" sz="3300"/>
                    </a:p>
                  </a:txBody>
                  <a:tcPr marL="167640" marR="167640" marT="83820" marB="83820"/>
                </a:tc>
                <a:extLst>
                  <a:ext uri="{0D108BD9-81ED-4DB2-BD59-A6C34878D82A}">
                    <a16:rowId xmlns:a16="http://schemas.microsoft.com/office/drawing/2014/main" val="788892232"/>
                  </a:ext>
                </a:extLst>
              </a:tr>
              <a:tr h="737616">
                <a:tc>
                  <a:txBody>
                    <a:bodyPr/>
                    <a:lstStyle/>
                    <a:p>
                      <a:r>
                        <a:rPr lang="en-US" sz="3300"/>
                        <a:t>description</a:t>
                      </a:r>
                      <a:endParaRPr lang="uk-UA" sz="3300"/>
                    </a:p>
                  </a:txBody>
                  <a:tcPr marL="167640" marR="167640" marT="83820" marB="83820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300"/>
                        <a:t>string</a:t>
                      </a:r>
                      <a:endParaRPr lang="uk-UA" sz="3300"/>
                    </a:p>
                  </a:txBody>
                  <a:tcPr marL="167640" marR="167640" marT="83820" marB="83820"/>
                </a:tc>
                <a:extLst>
                  <a:ext uri="{0D108BD9-81ED-4DB2-BD59-A6C34878D82A}">
                    <a16:rowId xmlns:a16="http://schemas.microsoft.com/office/drawing/2014/main" val="2115729701"/>
                  </a:ext>
                </a:extLst>
              </a:tr>
            </a:tbl>
          </a:graphicData>
        </a:graphic>
      </p:graphicFrame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404F851-0222-2198-03DD-2646BA9C22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7BB42A-2F35-4D17-9702-336F4545CB24}" type="slidenum">
              <a:rPr lang="uk-UA" smtClean="0"/>
              <a:t>7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67073245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8">
            <a:extLst>
              <a:ext uri="{FF2B5EF4-FFF2-40B4-BE49-F238E27FC236}">
                <a16:creationId xmlns:a16="http://schemas.microsoft.com/office/drawing/2014/main" id="{665DBBEF-238B-476B-96AB-8AAC3224EC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365EBD0-2195-BBB6-448E-724AB74FE3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882" y="639193"/>
            <a:ext cx="3571810" cy="3573516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66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5. Article</a:t>
            </a:r>
          </a:p>
        </p:txBody>
      </p:sp>
      <p:sp>
        <p:nvSpPr>
          <p:cNvPr id="14" name="sketch line">
            <a:extLst>
              <a:ext uri="{FF2B5EF4-FFF2-40B4-BE49-F238E27FC236}">
                <a16:creationId xmlns:a16="http://schemas.microsoft.com/office/drawing/2014/main" id="{3FCFB1DE-0B7E-48CC-BA90-B2AB0889F9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4409267"/>
            <a:ext cx="3255095" cy="18288"/>
          </a:xfrm>
          <a:custGeom>
            <a:avLst/>
            <a:gdLst>
              <a:gd name="csX0" fmla="*/ 0 w 3255095"/>
              <a:gd name="csY0" fmla="*/ 0 h 18288"/>
              <a:gd name="csX1" fmla="*/ 618468 w 3255095"/>
              <a:gd name="csY1" fmla="*/ 0 h 18288"/>
              <a:gd name="csX2" fmla="*/ 1269487 w 3255095"/>
              <a:gd name="csY2" fmla="*/ 0 h 18288"/>
              <a:gd name="csX3" fmla="*/ 1953057 w 3255095"/>
              <a:gd name="csY3" fmla="*/ 0 h 18288"/>
              <a:gd name="csX4" fmla="*/ 2636627 w 3255095"/>
              <a:gd name="csY4" fmla="*/ 0 h 18288"/>
              <a:gd name="csX5" fmla="*/ 3255095 w 3255095"/>
              <a:gd name="csY5" fmla="*/ 0 h 18288"/>
              <a:gd name="csX6" fmla="*/ 3255095 w 3255095"/>
              <a:gd name="csY6" fmla="*/ 18288 h 18288"/>
              <a:gd name="csX7" fmla="*/ 2538974 w 3255095"/>
              <a:gd name="csY7" fmla="*/ 18288 h 18288"/>
              <a:gd name="csX8" fmla="*/ 1822853 w 3255095"/>
              <a:gd name="csY8" fmla="*/ 18288 h 18288"/>
              <a:gd name="csX9" fmla="*/ 1171834 w 3255095"/>
              <a:gd name="csY9" fmla="*/ 18288 h 18288"/>
              <a:gd name="csX10" fmla="*/ 0 w 3255095"/>
              <a:gd name="csY10" fmla="*/ 18288 h 18288"/>
              <a:gd name="csX11" fmla="*/ 0 w 3255095"/>
              <a:gd name="csY11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4" name="Таблиця 11">
            <a:extLst>
              <a:ext uri="{FF2B5EF4-FFF2-40B4-BE49-F238E27FC236}">
                <a16:creationId xmlns:a16="http://schemas.microsoft.com/office/drawing/2014/main" id="{CE174C78-1F4F-F577-C509-19EBB519982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98307178"/>
              </p:ext>
            </p:extLst>
          </p:nvPr>
        </p:nvGraphicFramePr>
        <p:xfrm>
          <a:off x="6159119" y="1940052"/>
          <a:ext cx="4204971" cy="295046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603077">
                  <a:extLst>
                    <a:ext uri="{9D8B030D-6E8A-4147-A177-3AD203B41FA5}">
                      <a16:colId xmlns:a16="http://schemas.microsoft.com/office/drawing/2014/main" val="3974167123"/>
                    </a:ext>
                  </a:extLst>
                </a:gridCol>
                <a:gridCol w="1601894">
                  <a:extLst>
                    <a:ext uri="{9D8B030D-6E8A-4147-A177-3AD203B41FA5}">
                      <a16:colId xmlns:a16="http://schemas.microsoft.com/office/drawing/2014/main" val="903365004"/>
                    </a:ext>
                  </a:extLst>
                </a:gridCol>
              </a:tblGrid>
              <a:tr h="737616">
                <a:tc>
                  <a:txBody>
                    <a:bodyPr/>
                    <a:lstStyle/>
                    <a:p>
                      <a:r>
                        <a:rPr lang="en-US" sz="3300"/>
                        <a:t>slug</a:t>
                      </a:r>
                      <a:endParaRPr lang="uk-UA" sz="3300"/>
                    </a:p>
                  </a:txBody>
                  <a:tcPr marL="167640" marR="167640" marT="83820" marB="83820"/>
                </a:tc>
                <a:tc>
                  <a:txBody>
                    <a:bodyPr/>
                    <a:lstStyle/>
                    <a:p>
                      <a:r>
                        <a:rPr lang="en-US" sz="3300"/>
                        <a:t>string</a:t>
                      </a:r>
                      <a:endParaRPr lang="uk-UA" sz="3300"/>
                    </a:p>
                  </a:txBody>
                  <a:tcPr marL="167640" marR="167640" marT="83820" marB="83820"/>
                </a:tc>
                <a:extLst>
                  <a:ext uri="{0D108BD9-81ED-4DB2-BD59-A6C34878D82A}">
                    <a16:rowId xmlns:a16="http://schemas.microsoft.com/office/drawing/2014/main" val="1567497169"/>
                  </a:ext>
                </a:extLst>
              </a:tr>
              <a:tr h="737616">
                <a:tc>
                  <a:txBody>
                    <a:bodyPr/>
                    <a:lstStyle/>
                    <a:p>
                      <a:r>
                        <a:rPr lang="en-US" sz="3300"/>
                        <a:t>title</a:t>
                      </a:r>
                      <a:endParaRPr lang="uk-UA" sz="3300"/>
                    </a:p>
                  </a:txBody>
                  <a:tcPr marL="167640" marR="167640" marT="83820" marB="83820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300"/>
                        <a:t>string</a:t>
                      </a:r>
                      <a:endParaRPr lang="uk-UA" sz="3300"/>
                    </a:p>
                  </a:txBody>
                  <a:tcPr marL="167640" marR="167640" marT="83820" marB="83820"/>
                </a:tc>
                <a:extLst>
                  <a:ext uri="{0D108BD9-81ED-4DB2-BD59-A6C34878D82A}">
                    <a16:rowId xmlns:a16="http://schemas.microsoft.com/office/drawing/2014/main" val="4091557676"/>
                  </a:ext>
                </a:extLst>
              </a:tr>
              <a:tr h="737616">
                <a:tc>
                  <a:txBody>
                    <a:bodyPr/>
                    <a:lstStyle/>
                    <a:p>
                      <a:r>
                        <a:rPr lang="en-US" sz="3300"/>
                        <a:t>description</a:t>
                      </a:r>
                      <a:endParaRPr lang="uk-UA" sz="3300"/>
                    </a:p>
                  </a:txBody>
                  <a:tcPr marL="167640" marR="167640" marT="83820" marB="83820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300"/>
                        <a:t>string</a:t>
                      </a:r>
                      <a:endParaRPr lang="uk-UA" sz="3300"/>
                    </a:p>
                  </a:txBody>
                  <a:tcPr marL="167640" marR="167640" marT="83820" marB="83820"/>
                </a:tc>
                <a:extLst>
                  <a:ext uri="{0D108BD9-81ED-4DB2-BD59-A6C34878D82A}">
                    <a16:rowId xmlns:a16="http://schemas.microsoft.com/office/drawing/2014/main" val="2115729701"/>
                  </a:ext>
                </a:extLst>
              </a:tr>
              <a:tr h="737616">
                <a:tc>
                  <a:txBody>
                    <a:bodyPr/>
                    <a:lstStyle/>
                    <a:p>
                      <a:r>
                        <a:rPr lang="en-US" sz="3300"/>
                        <a:t>photo</a:t>
                      </a:r>
                      <a:endParaRPr lang="uk-UA" sz="3300"/>
                    </a:p>
                  </a:txBody>
                  <a:tcPr marL="167640" marR="167640" marT="83820" marB="83820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300"/>
                        <a:t>string</a:t>
                      </a:r>
                      <a:endParaRPr lang="uk-UA" sz="3300"/>
                    </a:p>
                  </a:txBody>
                  <a:tcPr marL="167640" marR="167640" marT="83820" marB="83820"/>
                </a:tc>
                <a:extLst>
                  <a:ext uri="{0D108BD9-81ED-4DB2-BD59-A6C34878D82A}">
                    <a16:rowId xmlns:a16="http://schemas.microsoft.com/office/drawing/2014/main" val="3916005244"/>
                  </a:ext>
                </a:extLst>
              </a:tr>
            </a:tbl>
          </a:graphicData>
        </a:graphic>
      </p:graphicFrame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325059F-D186-0E95-82A9-AC75F3C43C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7BB42A-2F35-4D17-9702-336F4545CB24}" type="slidenum">
              <a:rPr lang="uk-UA" smtClean="0"/>
              <a:t>8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57709332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665DBBEF-238B-476B-96AB-8AAC3224EC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759123A-23F1-9CDA-8223-96BEE6B796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881" y="639193"/>
            <a:ext cx="4302769" cy="3573516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51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6. Subscription</a:t>
            </a:r>
          </a:p>
        </p:txBody>
      </p:sp>
      <p:sp>
        <p:nvSpPr>
          <p:cNvPr id="11" name="sketch line">
            <a:extLst>
              <a:ext uri="{FF2B5EF4-FFF2-40B4-BE49-F238E27FC236}">
                <a16:creationId xmlns:a16="http://schemas.microsoft.com/office/drawing/2014/main" id="{3FCFB1DE-0B7E-48CC-BA90-B2AB0889F9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4409267"/>
            <a:ext cx="3255095" cy="18288"/>
          </a:xfrm>
          <a:custGeom>
            <a:avLst/>
            <a:gdLst>
              <a:gd name="csX0" fmla="*/ 0 w 3255095"/>
              <a:gd name="csY0" fmla="*/ 0 h 18288"/>
              <a:gd name="csX1" fmla="*/ 618468 w 3255095"/>
              <a:gd name="csY1" fmla="*/ 0 h 18288"/>
              <a:gd name="csX2" fmla="*/ 1269487 w 3255095"/>
              <a:gd name="csY2" fmla="*/ 0 h 18288"/>
              <a:gd name="csX3" fmla="*/ 1953057 w 3255095"/>
              <a:gd name="csY3" fmla="*/ 0 h 18288"/>
              <a:gd name="csX4" fmla="*/ 2636627 w 3255095"/>
              <a:gd name="csY4" fmla="*/ 0 h 18288"/>
              <a:gd name="csX5" fmla="*/ 3255095 w 3255095"/>
              <a:gd name="csY5" fmla="*/ 0 h 18288"/>
              <a:gd name="csX6" fmla="*/ 3255095 w 3255095"/>
              <a:gd name="csY6" fmla="*/ 18288 h 18288"/>
              <a:gd name="csX7" fmla="*/ 2538974 w 3255095"/>
              <a:gd name="csY7" fmla="*/ 18288 h 18288"/>
              <a:gd name="csX8" fmla="*/ 1822853 w 3255095"/>
              <a:gd name="csY8" fmla="*/ 18288 h 18288"/>
              <a:gd name="csX9" fmla="*/ 1171834 w 3255095"/>
              <a:gd name="csY9" fmla="*/ 18288 h 18288"/>
              <a:gd name="csX10" fmla="*/ 0 w 3255095"/>
              <a:gd name="csY10" fmla="*/ 18288 h 18288"/>
              <a:gd name="csX11" fmla="*/ 0 w 3255095"/>
              <a:gd name="csY11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4" name="Таблиця 11">
            <a:extLst>
              <a:ext uri="{FF2B5EF4-FFF2-40B4-BE49-F238E27FC236}">
                <a16:creationId xmlns:a16="http://schemas.microsoft.com/office/drawing/2014/main" id="{4CC2940C-7301-85F8-5AF9-D81CEA0DAD8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79179003"/>
              </p:ext>
            </p:extLst>
          </p:nvPr>
        </p:nvGraphicFramePr>
        <p:xfrm>
          <a:off x="5868077" y="2308860"/>
          <a:ext cx="4787054" cy="221284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185160">
                  <a:extLst>
                    <a:ext uri="{9D8B030D-6E8A-4147-A177-3AD203B41FA5}">
                      <a16:colId xmlns:a16="http://schemas.microsoft.com/office/drawing/2014/main" val="3974167123"/>
                    </a:ext>
                  </a:extLst>
                </a:gridCol>
                <a:gridCol w="1601894">
                  <a:extLst>
                    <a:ext uri="{9D8B030D-6E8A-4147-A177-3AD203B41FA5}">
                      <a16:colId xmlns:a16="http://schemas.microsoft.com/office/drawing/2014/main" val="903365004"/>
                    </a:ext>
                  </a:extLst>
                </a:gridCol>
              </a:tblGrid>
              <a:tr h="737616">
                <a:tc>
                  <a:txBody>
                    <a:bodyPr/>
                    <a:lstStyle/>
                    <a:p>
                      <a:r>
                        <a:rPr lang="en-US" sz="3300"/>
                        <a:t>id</a:t>
                      </a:r>
                      <a:endParaRPr lang="uk-UA" sz="3300"/>
                    </a:p>
                  </a:txBody>
                  <a:tcPr marL="167640" marR="167640" marT="83820" marB="83820"/>
                </a:tc>
                <a:tc>
                  <a:txBody>
                    <a:bodyPr/>
                    <a:lstStyle/>
                    <a:p>
                      <a:r>
                        <a:rPr lang="en-US" sz="3300"/>
                        <a:t>string</a:t>
                      </a:r>
                      <a:endParaRPr lang="uk-UA" sz="3300"/>
                    </a:p>
                  </a:txBody>
                  <a:tcPr marL="167640" marR="167640" marT="83820" marB="83820"/>
                </a:tc>
                <a:extLst>
                  <a:ext uri="{0D108BD9-81ED-4DB2-BD59-A6C34878D82A}">
                    <a16:rowId xmlns:a16="http://schemas.microsoft.com/office/drawing/2014/main" val="1567497169"/>
                  </a:ext>
                </a:extLst>
              </a:tr>
              <a:tr h="737616">
                <a:tc>
                  <a:txBody>
                    <a:bodyPr/>
                    <a:lstStyle/>
                    <a:p>
                      <a:r>
                        <a:rPr lang="en-US" sz="3300"/>
                        <a:t>user</a:t>
                      </a:r>
                      <a:endParaRPr lang="uk-UA" sz="3300"/>
                    </a:p>
                  </a:txBody>
                  <a:tcPr marL="167640" marR="167640" marT="83820" marB="83820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300"/>
                        <a:t>User</a:t>
                      </a:r>
                      <a:endParaRPr lang="uk-UA" sz="3300"/>
                    </a:p>
                  </a:txBody>
                  <a:tcPr marL="167640" marR="167640" marT="83820" marB="83820"/>
                </a:tc>
                <a:extLst>
                  <a:ext uri="{0D108BD9-81ED-4DB2-BD59-A6C34878D82A}">
                    <a16:rowId xmlns:a16="http://schemas.microsoft.com/office/drawing/2014/main" val="4091557676"/>
                  </a:ext>
                </a:extLst>
              </a:tr>
              <a:tr h="737616">
                <a:tc>
                  <a:txBody>
                    <a:bodyPr/>
                    <a:lstStyle/>
                    <a:p>
                      <a:r>
                        <a:rPr lang="en-US" sz="3300"/>
                        <a:t>subscribed_to</a:t>
                      </a:r>
                      <a:endParaRPr lang="uk-UA" sz="3300"/>
                    </a:p>
                  </a:txBody>
                  <a:tcPr marL="167640" marR="167640" marT="83820" marB="83820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300"/>
                        <a:t>User</a:t>
                      </a:r>
                      <a:endParaRPr lang="uk-UA" sz="3300"/>
                    </a:p>
                  </a:txBody>
                  <a:tcPr marL="167640" marR="167640" marT="83820" marB="83820"/>
                </a:tc>
                <a:extLst>
                  <a:ext uri="{0D108BD9-81ED-4DB2-BD59-A6C34878D82A}">
                    <a16:rowId xmlns:a16="http://schemas.microsoft.com/office/drawing/2014/main" val="2356023112"/>
                  </a:ext>
                </a:extLst>
              </a:tr>
            </a:tbl>
          </a:graphicData>
        </a:graphic>
      </p:graphicFrame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2D6429E-F313-3698-6D9D-ED11A3A4BC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7BB42A-2F35-4D17-9702-336F4545CB24}" type="slidenum">
              <a:rPr lang="uk-UA" smtClean="0"/>
              <a:t>9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33481061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31" name="Rectangle 1030">
            <a:extLst>
              <a:ext uri="{FF2B5EF4-FFF2-40B4-BE49-F238E27FC236}">
                <a16:creationId xmlns:a16="http://schemas.microsoft.com/office/drawing/2014/main" id="{665DBBEF-238B-476B-96AB-8AAC3224EC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8270FA9-E1CC-25B2-F16A-45ED8A60C6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882" y="639193"/>
            <a:ext cx="3571810" cy="3573516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1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Використаний набір технологій</a:t>
            </a:r>
          </a:p>
        </p:txBody>
      </p:sp>
      <p:sp>
        <p:nvSpPr>
          <p:cNvPr id="1033" name="sketch line">
            <a:extLst>
              <a:ext uri="{FF2B5EF4-FFF2-40B4-BE49-F238E27FC236}">
                <a16:creationId xmlns:a16="http://schemas.microsoft.com/office/drawing/2014/main" id="{3FCFB1DE-0B7E-48CC-BA90-B2AB0889F9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4409267"/>
            <a:ext cx="3255095" cy="18288"/>
          </a:xfrm>
          <a:custGeom>
            <a:avLst/>
            <a:gdLst>
              <a:gd name="csX0" fmla="*/ 0 w 3255095"/>
              <a:gd name="csY0" fmla="*/ 0 h 18288"/>
              <a:gd name="csX1" fmla="*/ 618468 w 3255095"/>
              <a:gd name="csY1" fmla="*/ 0 h 18288"/>
              <a:gd name="csX2" fmla="*/ 1269487 w 3255095"/>
              <a:gd name="csY2" fmla="*/ 0 h 18288"/>
              <a:gd name="csX3" fmla="*/ 1953057 w 3255095"/>
              <a:gd name="csY3" fmla="*/ 0 h 18288"/>
              <a:gd name="csX4" fmla="*/ 2636627 w 3255095"/>
              <a:gd name="csY4" fmla="*/ 0 h 18288"/>
              <a:gd name="csX5" fmla="*/ 3255095 w 3255095"/>
              <a:gd name="csY5" fmla="*/ 0 h 18288"/>
              <a:gd name="csX6" fmla="*/ 3255095 w 3255095"/>
              <a:gd name="csY6" fmla="*/ 18288 h 18288"/>
              <a:gd name="csX7" fmla="*/ 2538974 w 3255095"/>
              <a:gd name="csY7" fmla="*/ 18288 h 18288"/>
              <a:gd name="csX8" fmla="*/ 1822853 w 3255095"/>
              <a:gd name="csY8" fmla="*/ 18288 h 18288"/>
              <a:gd name="csX9" fmla="*/ 1171834 w 3255095"/>
              <a:gd name="csY9" fmla="*/ 18288 h 18288"/>
              <a:gd name="csX10" fmla="*/ 0 w 3255095"/>
              <a:gd name="csY10" fmla="*/ 18288 h 18288"/>
              <a:gd name="csX11" fmla="*/ 0 w 3255095"/>
              <a:gd name="csY11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DF55764-494D-B212-AC81-EDD49D5F825B}"/>
              </a:ext>
            </a:extLst>
          </p:cNvPr>
          <p:cNvSpPr txBox="1"/>
          <p:nvPr/>
        </p:nvSpPr>
        <p:spPr>
          <a:xfrm>
            <a:off x="5719266" y="2882509"/>
            <a:ext cx="14705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React Native</a:t>
            </a:r>
            <a:endParaRPr lang="uk-UA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A9487CA-465C-B7AC-5E78-178AC57CBFD7}"/>
              </a:ext>
            </a:extLst>
          </p:cNvPr>
          <p:cNvSpPr txBox="1"/>
          <p:nvPr/>
        </p:nvSpPr>
        <p:spPr>
          <a:xfrm>
            <a:off x="8776890" y="2882509"/>
            <a:ext cx="14749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Expo</a:t>
            </a:r>
            <a:endParaRPr lang="uk-UA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B100ABF-1529-2CC9-6877-4CD517C1F321}"/>
              </a:ext>
            </a:extLst>
          </p:cNvPr>
          <p:cNvSpPr txBox="1"/>
          <p:nvPr/>
        </p:nvSpPr>
        <p:spPr>
          <a:xfrm>
            <a:off x="5839664" y="5836023"/>
            <a:ext cx="14705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TypeScript</a:t>
            </a:r>
            <a:endParaRPr lang="uk-UA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D6C99F6-0180-9F29-974F-214C74D40452}"/>
              </a:ext>
            </a:extLst>
          </p:cNvPr>
          <p:cNvSpPr txBox="1"/>
          <p:nvPr/>
        </p:nvSpPr>
        <p:spPr>
          <a:xfrm>
            <a:off x="8900725" y="5836023"/>
            <a:ext cx="10636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Firebase</a:t>
            </a:r>
            <a:endParaRPr lang="uk-UA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2" name="Picture 2" descr="React Native — Википедия">
            <a:extLst>
              <a:ext uri="{FF2B5EF4-FFF2-40B4-BE49-F238E27FC236}">
                <a16:creationId xmlns:a16="http://schemas.microsoft.com/office/drawing/2014/main" id="{46C92191-6D90-0824-6999-C2ACBC0B98F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07599" y="639193"/>
            <a:ext cx="2162301" cy="19257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Picture 4" descr="Expo">
            <a:extLst>
              <a:ext uri="{FF2B5EF4-FFF2-40B4-BE49-F238E27FC236}">
                <a16:creationId xmlns:a16="http://schemas.microsoft.com/office/drawing/2014/main" id="{36437889-5D4A-E2C4-D43B-411E636DA52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91864" y="639194"/>
            <a:ext cx="2105900" cy="21059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Picture 6" descr="TypeScript — Википедия">
            <a:extLst>
              <a:ext uri="{FF2B5EF4-FFF2-40B4-BE49-F238E27FC236}">
                <a16:creationId xmlns:a16="http://schemas.microsoft.com/office/drawing/2014/main" id="{5E17E133-D263-D80B-C0C9-9C6D04DFA58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07599" y="3455961"/>
            <a:ext cx="2249716" cy="22497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" name="Picture 8" descr="Firebase | Google's Mobile and Web App Development Platform">
            <a:extLst>
              <a:ext uri="{FF2B5EF4-FFF2-40B4-BE49-F238E27FC236}">
                <a16:creationId xmlns:a16="http://schemas.microsoft.com/office/drawing/2014/main" id="{4DA618AA-7DB6-F73F-8D81-8E9A34543EB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93629" y="3479311"/>
            <a:ext cx="2152592" cy="21525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33CE982-5ED1-64E5-DF08-5013D8BDFC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7BB42A-2F35-4D17-9702-336F4545CB24}" type="slidenum">
              <a:rPr lang="uk-UA" smtClean="0"/>
              <a:t>10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52550102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3" name="Rectangle 22">
            <a:extLst>
              <a:ext uri="{FF2B5EF4-FFF2-40B4-BE49-F238E27FC236}">
                <a16:creationId xmlns:a16="http://schemas.microsoft.com/office/drawing/2014/main" id="{665DBBEF-238B-476B-96AB-8AAC3224EC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B4CDF25-5793-E2BD-67E9-480623C8BA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882" y="639193"/>
            <a:ext cx="3571810" cy="3573516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56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Додаткові бібліотеки</a:t>
            </a:r>
          </a:p>
        </p:txBody>
      </p:sp>
      <p:sp>
        <p:nvSpPr>
          <p:cNvPr id="25" name="sketch line">
            <a:extLst>
              <a:ext uri="{FF2B5EF4-FFF2-40B4-BE49-F238E27FC236}">
                <a16:creationId xmlns:a16="http://schemas.microsoft.com/office/drawing/2014/main" id="{3FCFB1DE-0B7E-48CC-BA90-B2AB0889F9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4409267"/>
            <a:ext cx="3255095" cy="18288"/>
          </a:xfrm>
          <a:custGeom>
            <a:avLst/>
            <a:gdLst>
              <a:gd name="csX0" fmla="*/ 0 w 3255095"/>
              <a:gd name="csY0" fmla="*/ 0 h 18288"/>
              <a:gd name="csX1" fmla="*/ 618468 w 3255095"/>
              <a:gd name="csY1" fmla="*/ 0 h 18288"/>
              <a:gd name="csX2" fmla="*/ 1269487 w 3255095"/>
              <a:gd name="csY2" fmla="*/ 0 h 18288"/>
              <a:gd name="csX3" fmla="*/ 1953057 w 3255095"/>
              <a:gd name="csY3" fmla="*/ 0 h 18288"/>
              <a:gd name="csX4" fmla="*/ 2636627 w 3255095"/>
              <a:gd name="csY4" fmla="*/ 0 h 18288"/>
              <a:gd name="csX5" fmla="*/ 3255095 w 3255095"/>
              <a:gd name="csY5" fmla="*/ 0 h 18288"/>
              <a:gd name="csX6" fmla="*/ 3255095 w 3255095"/>
              <a:gd name="csY6" fmla="*/ 18288 h 18288"/>
              <a:gd name="csX7" fmla="*/ 2538974 w 3255095"/>
              <a:gd name="csY7" fmla="*/ 18288 h 18288"/>
              <a:gd name="csX8" fmla="*/ 1822853 w 3255095"/>
              <a:gd name="csY8" fmla="*/ 18288 h 18288"/>
              <a:gd name="csX9" fmla="*/ 1171834 w 3255095"/>
              <a:gd name="csY9" fmla="*/ 18288 h 18288"/>
              <a:gd name="csX10" fmla="*/ 0 w 3255095"/>
              <a:gd name="csY10" fmla="*/ 18288 h 18288"/>
              <a:gd name="csX11" fmla="*/ 0 w 3255095"/>
              <a:gd name="csY11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BBA1D2B7-636B-66C6-F87F-44DAADB3D4BF}"/>
              </a:ext>
            </a:extLst>
          </p:cNvPr>
          <p:cNvSpPr txBox="1"/>
          <p:nvPr/>
        </p:nvSpPr>
        <p:spPr>
          <a:xfrm>
            <a:off x="5138344" y="3224311"/>
            <a:ext cx="18672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React Navigation</a:t>
            </a:r>
            <a:endParaRPr lang="uk-UA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FE5621A8-E247-9685-3F7F-FE7B3647D223}"/>
              </a:ext>
            </a:extLst>
          </p:cNvPr>
          <p:cNvSpPr txBox="1"/>
          <p:nvPr/>
        </p:nvSpPr>
        <p:spPr>
          <a:xfrm>
            <a:off x="7246019" y="3224311"/>
            <a:ext cx="14705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AsyncStorage</a:t>
            </a:r>
            <a:endParaRPr lang="uk-UA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0639F22E-AFBE-0EE0-ED39-DD7CC7FB79A0}"/>
              </a:ext>
            </a:extLst>
          </p:cNvPr>
          <p:cNvSpPr txBox="1"/>
          <p:nvPr/>
        </p:nvSpPr>
        <p:spPr>
          <a:xfrm>
            <a:off x="8956983" y="3224311"/>
            <a:ext cx="14705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Formik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+ Yup</a:t>
            </a:r>
            <a:endParaRPr lang="uk-UA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5EE0553F-C3C1-6D7E-E9F7-AA25778AF0D6}"/>
              </a:ext>
            </a:extLst>
          </p:cNvPr>
          <p:cNvSpPr txBox="1"/>
          <p:nvPr/>
        </p:nvSpPr>
        <p:spPr>
          <a:xfrm>
            <a:off x="5275822" y="5279443"/>
            <a:ext cx="25554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React Native Fast Image</a:t>
            </a:r>
            <a:endParaRPr lang="uk-UA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4C3363F1-3442-E98F-BB47-2931449A5484}"/>
              </a:ext>
            </a:extLst>
          </p:cNvPr>
          <p:cNvSpPr txBox="1"/>
          <p:nvPr/>
        </p:nvSpPr>
        <p:spPr>
          <a:xfrm>
            <a:off x="8017448" y="5279443"/>
            <a:ext cx="25365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React Native Reanimated</a:t>
            </a:r>
            <a:endParaRPr lang="uk-UA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0" name="Picture 2" descr="React Navigation · GitHub">
            <a:extLst>
              <a:ext uri="{FF2B5EF4-FFF2-40B4-BE49-F238E27FC236}">
                <a16:creationId xmlns:a16="http://schemas.microsoft.com/office/drawing/2014/main" id="{F269F2F1-E997-E132-E9FB-EB82FA8C35A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15525" y="1313365"/>
            <a:ext cx="1712929" cy="17129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" name="Picture 4" descr="AsyncStorage · GitHub">
            <a:extLst>
              <a:ext uri="{FF2B5EF4-FFF2-40B4-BE49-F238E27FC236}">
                <a16:creationId xmlns:a16="http://schemas.microsoft.com/office/drawing/2014/main" id="{2CBCCC88-44B3-8F25-A044-449EADBF0C5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10239" y="1495555"/>
            <a:ext cx="1342141" cy="13421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2" name="Picture 6" descr="formik&quot; Icon - Download for free – Iconduck">
            <a:extLst>
              <a:ext uri="{FF2B5EF4-FFF2-40B4-BE49-F238E27FC236}">
                <a16:creationId xmlns:a16="http://schemas.microsoft.com/office/drawing/2014/main" id="{4E3D52B5-699F-5B03-973D-C66F6C7166F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85425" y="1512132"/>
            <a:ext cx="1342140" cy="13421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3" name="Picture 8" descr="Supercharge Your App's Image Performance with react-native-fast-image | by  Harshit Kishor | Medium">
            <a:extLst>
              <a:ext uri="{FF2B5EF4-FFF2-40B4-BE49-F238E27FC236}">
                <a16:creationId xmlns:a16="http://schemas.microsoft.com/office/drawing/2014/main" id="{E6F607D6-ADFB-4244-FED3-AB0BDA4C713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725" r="22536" b="44740"/>
          <a:stretch/>
        </p:blipFill>
        <p:spPr bwMode="auto">
          <a:xfrm>
            <a:off x="5562746" y="4171874"/>
            <a:ext cx="1775185" cy="5697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4" name="Графіка 33">
            <a:extLst>
              <a:ext uri="{FF2B5EF4-FFF2-40B4-BE49-F238E27FC236}">
                <a16:creationId xmlns:a16="http://schemas.microsoft.com/office/drawing/2014/main" id="{1AC14CAD-C93F-C9D3-9BF3-2BD838A842B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372724" y="4054594"/>
            <a:ext cx="1712929" cy="993002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8D92FC8-5AE3-6D6A-9F11-90DE813857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7BB42A-2F35-4D17-9702-336F4545CB24}" type="slidenum">
              <a:rPr lang="uk-UA" smtClean="0"/>
              <a:t>11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3690923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079" name="Rectangle 3078">
            <a:extLst>
              <a:ext uri="{FF2B5EF4-FFF2-40B4-BE49-F238E27FC236}">
                <a16:creationId xmlns:a16="http://schemas.microsoft.com/office/drawing/2014/main" id="{665DBBEF-238B-476B-96AB-8AAC3224EC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28A1A89-33E0-1765-4ED9-9C19FF0839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882" y="639193"/>
            <a:ext cx="3571810" cy="3573516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66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Серверні взаємодії</a:t>
            </a:r>
          </a:p>
        </p:txBody>
      </p:sp>
      <p:sp>
        <p:nvSpPr>
          <p:cNvPr id="3081" name="sketch line">
            <a:extLst>
              <a:ext uri="{FF2B5EF4-FFF2-40B4-BE49-F238E27FC236}">
                <a16:creationId xmlns:a16="http://schemas.microsoft.com/office/drawing/2014/main" id="{3FCFB1DE-0B7E-48CC-BA90-B2AB0889F9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4409267"/>
            <a:ext cx="3255095" cy="18288"/>
          </a:xfrm>
          <a:custGeom>
            <a:avLst/>
            <a:gdLst>
              <a:gd name="csX0" fmla="*/ 0 w 3255095"/>
              <a:gd name="csY0" fmla="*/ 0 h 18288"/>
              <a:gd name="csX1" fmla="*/ 618468 w 3255095"/>
              <a:gd name="csY1" fmla="*/ 0 h 18288"/>
              <a:gd name="csX2" fmla="*/ 1269487 w 3255095"/>
              <a:gd name="csY2" fmla="*/ 0 h 18288"/>
              <a:gd name="csX3" fmla="*/ 1953057 w 3255095"/>
              <a:gd name="csY3" fmla="*/ 0 h 18288"/>
              <a:gd name="csX4" fmla="*/ 2636627 w 3255095"/>
              <a:gd name="csY4" fmla="*/ 0 h 18288"/>
              <a:gd name="csX5" fmla="*/ 3255095 w 3255095"/>
              <a:gd name="csY5" fmla="*/ 0 h 18288"/>
              <a:gd name="csX6" fmla="*/ 3255095 w 3255095"/>
              <a:gd name="csY6" fmla="*/ 18288 h 18288"/>
              <a:gd name="csX7" fmla="*/ 2538974 w 3255095"/>
              <a:gd name="csY7" fmla="*/ 18288 h 18288"/>
              <a:gd name="csX8" fmla="*/ 1822853 w 3255095"/>
              <a:gd name="csY8" fmla="*/ 18288 h 18288"/>
              <a:gd name="csX9" fmla="*/ 1171834 w 3255095"/>
              <a:gd name="csY9" fmla="*/ 18288 h 18288"/>
              <a:gd name="csX10" fmla="*/ 0 w 3255095"/>
              <a:gd name="csY10" fmla="*/ 18288 h 18288"/>
              <a:gd name="csX11" fmla="*/ 0 w 3255095"/>
              <a:gd name="csY11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074" name="Picture 2" descr="Basics of Django Rest Framework | Caktus Group">
            <a:extLst>
              <a:ext uri="{FF2B5EF4-FFF2-40B4-BE49-F238E27FC236}">
                <a16:creationId xmlns:a16="http://schemas.microsoft.com/office/drawing/2014/main" id="{E0A3C82E-AFB9-4E86-6498-3C72CF0B3F7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639463" y="351352"/>
            <a:ext cx="3072395" cy="20445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1964D27B-9DA7-97E8-2E4B-1CF03092C0C2}"/>
              </a:ext>
            </a:extLst>
          </p:cNvPr>
          <p:cNvSpPr txBox="1"/>
          <p:nvPr/>
        </p:nvSpPr>
        <p:spPr>
          <a:xfrm>
            <a:off x="5978938" y="2395891"/>
            <a:ext cx="880515" cy="3788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DRF</a:t>
            </a:r>
            <a:endParaRPr lang="uk-UA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F25A85C-4665-B4F9-D7DE-FDD35124D659}"/>
              </a:ext>
            </a:extLst>
          </p:cNvPr>
          <p:cNvSpPr txBox="1"/>
          <p:nvPr/>
        </p:nvSpPr>
        <p:spPr>
          <a:xfrm>
            <a:off x="7460724" y="5420131"/>
            <a:ext cx="14705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PostgreSQL</a:t>
            </a:r>
            <a:endParaRPr lang="uk-UA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0798D58-810B-B5E7-62B5-FAD7C4F90AAC}"/>
              </a:ext>
            </a:extLst>
          </p:cNvPr>
          <p:cNvSpPr txBox="1"/>
          <p:nvPr/>
        </p:nvSpPr>
        <p:spPr>
          <a:xfrm>
            <a:off x="9422085" y="2405438"/>
            <a:ext cx="15090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Redis</a:t>
            </a:r>
            <a:endParaRPr lang="uk-UA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6" name="Графіка 15">
            <a:extLst>
              <a:ext uri="{FF2B5EF4-FFF2-40B4-BE49-F238E27FC236}">
                <a16:creationId xmlns:a16="http://schemas.microsoft.com/office/drawing/2014/main" id="{9037B7E4-C442-01CA-7C50-C2C6BF3AEBA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159067" y="3410569"/>
            <a:ext cx="1772239" cy="1827622"/>
          </a:xfrm>
          <a:prstGeom prst="rect">
            <a:avLst/>
          </a:prstGeom>
        </p:spPr>
      </p:pic>
      <p:pic>
        <p:nvPicPr>
          <p:cNvPr id="17" name="Графіка 16">
            <a:extLst>
              <a:ext uri="{FF2B5EF4-FFF2-40B4-BE49-F238E27FC236}">
                <a16:creationId xmlns:a16="http://schemas.microsoft.com/office/drawing/2014/main" id="{E13F6A45-9F76-CC19-65D3-762154B9430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765203" y="438150"/>
            <a:ext cx="2008226" cy="1725468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F534567-0F9E-76C3-E0D6-769E9BCB57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7BB42A-2F35-4D17-9702-336F4545CB24}" type="slidenum">
              <a:rPr lang="uk-UA" smtClean="0"/>
              <a:t>12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98904100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665DBBEF-238B-476B-96AB-8AAC3224EC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643C083-4CDB-2787-49F9-778C6DDD38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882" y="639193"/>
            <a:ext cx="3571810" cy="3573516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51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Архітектура застосунку</a:t>
            </a:r>
          </a:p>
        </p:txBody>
      </p:sp>
      <p:sp>
        <p:nvSpPr>
          <p:cNvPr id="12" name="sketch line">
            <a:extLst>
              <a:ext uri="{FF2B5EF4-FFF2-40B4-BE49-F238E27FC236}">
                <a16:creationId xmlns:a16="http://schemas.microsoft.com/office/drawing/2014/main" id="{3FCFB1DE-0B7E-48CC-BA90-B2AB0889F9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4409267"/>
            <a:ext cx="3255095" cy="18288"/>
          </a:xfrm>
          <a:custGeom>
            <a:avLst/>
            <a:gdLst>
              <a:gd name="csX0" fmla="*/ 0 w 3255095"/>
              <a:gd name="csY0" fmla="*/ 0 h 18288"/>
              <a:gd name="csX1" fmla="*/ 618468 w 3255095"/>
              <a:gd name="csY1" fmla="*/ 0 h 18288"/>
              <a:gd name="csX2" fmla="*/ 1269487 w 3255095"/>
              <a:gd name="csY2" fmla="*/ 0 h 18288"/>
              <a:gd name="csX3" fmla="*/ 1953057 w 3255095"/>
              <a:gd name="csY3" fmla="*/ 0 h 18288"/>
              <a:gd name="csX4" fmla="*/ 2636627 w 3255095"/>
              <a:gd name="csY4" fmla="*/ 0 h 18288"/>
              <a:gd name="csX5" fmla="*/ 3255095 w 3255095"/>
              <a:gd name="csY5" fmla="*/ 0 h 18288"/>
              <a:gd name="csX6" fmla="*/ 3255095 w 3255095"/>
              <a:gd name="csY6" fmla="*/ 18288 h 18288"/>
              <a:gd name="csX7" fmla="*/ 2538974 w 3255095"/>
              <a:gd name="csY7" fmla="*/ 18288 h 18288"/>
              <a:gd name="csX8" fmla="*/ 1822853 w 3255095"/>
              <a:gd name="csY8" fmla="*/ 18288 h 18288"/>
              <a:gd name="csX9" fmla="*/ 1171834 w 3255095"/>
              <a:gd name="csY9" fmla="*/ 18288 h 18288"/>
              <a:gd name="csX10" fmla="*/ 0 w 3255095"/>
              <a:gd name="csY10" fmla="*/ 18288 h 18288"/>
              <a:gd name="csX11" fmla="*/ 0 w 3255095"/>
              <a:gd name="csY11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4B7CCA71-983F-E8A5-4E5E-001A87505D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93471" y="640080"/>
            <a:ext cx="5936265" cy="5550408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98DFC98-1C86-F954-42B5-C07828BE78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7BB42A-2F35-4D17-9702-336F4545CB24}" type="slidenum">
              <a:rPr lang="uk-UA" smtClean="0"/>
              <a:t>13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76813849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84ECDE7A-6944-466D-8FFE-149A29BA6B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24" name="Rectangle 23">
            <a:extLst>
              <a:ext uri="{FF2B5EF4-FFF2-40B4-BE49-F238E27FC236}">
                <a16:creationId xmlns:a16="http://schemas.microsoft.com/office/drawing/2014/main" id="{B3420082-9415-44EC-802E-C77D71D59C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8209" y="0"/>
            <a:ext cx="11167447" cy="2018806"/>
          </a:xfrm>
          <a:prstGeom prst="rect">
            <a:avLst/>
          </a:prstGeom>
          <a:ln w="12700">
            <a:solidFill>
              <a:srgbClr val="E1E1E1"/>
            </a:solidFill>
          </a:ln>
          <a:effectLst>
            <a:outerShdw blurRad="50800" dist="38100" dir="2700000" algn="t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55A52C45-1FCB-4636-A80F-2849B8226C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6928" y="0"/>
            <a:ext cx="11155680" cy="2011680"/>
          </a:xfrm>
          <a:prstGeom prst="rect">
            <a:avLst/>
          </a:prstGeom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B3D1C6B-4067-B3D3-C8C6-2276A08C8E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568" y="548640"/>
            <a:ext cx="10168128" cy="1179576"/>
          </a:xfrm>
        </p:spPr>
        <p:txBody>
          <a:bodyPr>
            <a:normAutofit/>
          </a:bodyPr>
          <a:lstStyle/>
          <a:p>
            <a:r>
              <a:rPr lang="uk-UA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Аутентифікація та навігація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768EB4DD-3704-43AD-92B3-C4E0C6EA92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8834" y="770799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EEFDCD1-B48B-73AA-E075-32185063A27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12152" b="2"/>
          <a:stretch>
            <a:fillRect/>
          </a:stretch>
        </p:blipFill>
        <p:spPr>
          <a:xfrm>
            <a:off x="908304" y="2478024"/>
            <a:ext cx="6009855" cy="3694176"/>
          </a:xfrm>
          <a:prstGeom prst="rect">
            <a:avLst/>
          </a:prstGeom>
        </p:spPr>
      </p:pic>
      <p:sp>
        <p:nvSpPr>
          <p:cNvPr id="5" name="Rectangle 2">
            <a:extLst>
              <a:ext uri="{FF2B5EF4-FFF2-40B4-BE49-F238E27FC236}">
                <a16:creationId xmlns:a16="http://schemas.microsoft.com/office/drawing/2014/main" id="{18223230-52CB-D139-14CB-E8E6DE9AF21E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7411453" y="2478024"/>
            <a:ext cx="3872243" cy="3694176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="ctr" anchorCtr="0" compatLnSpc="1">
            <a:prstTxWarp prst="textNoShape">
              <a:avLst/>
            </a:prstTxWarp>
            <a:normAutofit/>
          </a:bodyPr>
          <a:lstStyle/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en-UA" altLang="en-UA" sz="1800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Було підтримано кілька сценаріїв входу: через email-код, Google, Apple та гостьовий режим. Пара access/refresh токенів зберігається локально, а у випадку відповіді 401 клієнт автоматично оновлює access token. Також реалізовано поетапне завершення реєстрації з можливістю відновлення незавершеного профілю, а deep links відкривають профілі, бренди, новини, сповіщення та окремі бажання напряму.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9D222EE-3DD3-CC18-763A-00D3F9A59C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7BB42A-2F35-4D17-9702-336F4545CB24}" type="slidenum">
              <a:rPr lang="uk-UA" smtClean="0"/>
              <a:t>14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28094935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7C98A213-5994-475E-B327-DC6EC27FBA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7ED503D-85B7-6725-3AB2-5FEBE6CC1E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881" y="670218"/>
            <a:ext cx="10909640" cy="106583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100"/>
              <a:t>Інтерфейс користувача</a:t>
            </a:r>
            <a:br>
              <a:rPr lang="en-US" sz="3100"/>
            </a:br>
            <a:r>
              <a:rPr lang="en-US" sz="3100"/>
              <a:t>Вітальні екрани</a:t>
            </a:r>
          </a:p>
        </p:txBody>
      </p:sp>
      <p:sp>
        <p:nvSpPr>
          <p:cNvPr id="13" name="sketch line">
            <a:extLst>
              <a:ext uri="{FF2B5EF4-FFF2-40B4-BE49-F238E27FC236}">
                <a16:creationId xmlns:a16="http://schemas.microsoft.com/office/drawing/2014/main" id="{4B030A0D-0DAD-4A99-89BB-419527D6A6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389376" y="1800088"/>
            <a:ext cx="5410200" cy="18288"/>
          </a:xfrm>
          <a:custGeom>
            <a:avLst/>
            <a:gdLst>
              <a:gd name="csX0" fmla="*/ 0 w 5410200"/>
              <a:gd name="csY0" fmla="*/ 0 h 18288"/>
              <a:gd name="csX1" fmla="*/ 568071 w 5410200"/>
              <a:gd name="csY1" fmla="*/ 0 h 18288"/>
              <a:gd name="csX2" fmla="*/ 1298448 w 5410200"/>
              <a:gd name="csY2" fmla="*/ 0 h 18288"/>
              <a:gd name="csX3" fmla="*/ 1920621 w 5410200"/>
              <a:gd name="csY3" fmla="*/ 0 h 18288"/>
              <a:gd name="csX4" fmla="*/ 2488692 w 5410200"/>
              <a:gd name="csY4" fmla="*/ 0 h 18288"/>
              <a:gd name="csX5" fmla="*/ 3219069 w 5410200"/>
              <a:gd name="csY5" fmla="*/ 0 h 18288"/>
              <a:gd name="csX6" fmla="*/ 3895344 w 5410200"/>
              <a:gd name="csY6" fmla="*/ 0 h 18288"/>
              <a:gd name="csX7" fmla="*/ 4571619 w 5410200"/>
              <a:gd name="csY7" fmla="*/ 0 h 18288"/>
              <a:gd name="csX8" fmla="*/ 5410200 w 5410200"/>
              <a:gd name="csY8" fmla="*/ 0 h 18288"/>
              <a:gd name="csX9" fmla="*/ 5410200 w 5410200"/>
              <a:gd name="csY9" fmla="*/ 18288 h 18288"/>
              <a:gd name="csX10" fmla="*/ 4842129 w 5410200"/>
              <a:gd name="csY10" fmla="*/ 18288 h 18288"/>
              <a:gd name="csX11" fmla="*/ 4328160 w 5410200"/>
              <a:gd name="csY11" fmla="*/ 18288 h 18288"/>
              <a:gd name="csX12" fmla="*/ 3597783 w 5410200"/>
              <a:gd name="csY12" fmla="*/ 18288 h 18288"/>
              <a:gd name="csX13" fmla="*/ 3029712 w 5410200"/>
              <a:gd name="csY13" fmla="*/ 18288 h 18288"/>
              <a:gd name="csX14" fmla="*/ 2299335 w 5410200"/>
              <a:gd name="csY14" fmla="*/ 18288 h 18288"/>
              <a:gd name="csX15" fmla="*/ 1514856 w 5410200"/>
              <a:gd name="csY15" fmla="*/ 18288 h 18288"/>
              <a:gd name="csX16" fmla="*/ 892683 w 5410200"/>
              <a:gd name="csY16" fmla="*/ 18288 h 18288"/>
              <a:gd name="csX17" fmla="*/ 0 w 5410200"/>
              <a:gd name="csY17" fmla="*/ 18288 h 18288"/>
              <a:gd name="csX18" fmla="*/ 0 w 5410200"/>
              <a:gd name="csY18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</a:cxnLst>
            <a:rect l="l" t="t" r="r" b="b"/>
            <a:pathLst>
              <a:path w="5410200" h="18288" fill="none" extrusionOk="0">
                <a:moveTo>
                  <a:pt x="0" y="0"/>
                </a:moveTo>
                <a:cubicBezTo>
                  <a:pt x="163050" y="-18707"/>
                  <a:pt x="319321" y="-16364"/>
                  <a:pt x="568071" y="0"/>
                </a:cubicBezTo>
                <a:cubicBezTo>
                  <a:pt x="816821" y="16364"/>
                  <a:pt x="1013224" y="-7268"/>
                  <a:pt x="1298448" y="0"/>
                </a:cubicBezTo>
                <a:cubicBezTo>
                  <a:pt x="1583672" y="7268"/>
                  <a:pt x="1631711" y="-3367"/>
                  <a:pt x="1920621" y="0"/>
                </a:cubicBezTo>
                <a:cubicBezTo>
                  <a:pt x="2209531" y="3367"/>
                  <a:pt x="2364420" y="-19184"/>
                  <a:pt x="2488692" y="0"/>
                </a:cubicBezTo>
                <a:cubicBezTo>
                  <a:pt x="2612964" y="19184"/>
                  <a:pt x="3023298" y="-34627"/>
                  <a:pt x="3219069" y="0"/>
                </a:cubicBezTo>
                <a:cubicBezTo>
                  <a:pt x="3414840" y="34627"/>
                  <a:pt x="3656810" y="24043"/>
                  <a:pt x="3895344" y="0"/>
                </a:cubicBezTo>
                <a:cubicBezTo>
                  <a:pt x="4133879" y="-24043"/>
                  <a:pt x="4393984" y="-19577"/>
                  <a:pt x="4571619" y="0"/>
                </a:cubicBezTo>
                <a:cubicBezTo>
                  <a:pt x="4749255" y="19577"/>
                  <a:pt x="5179928" y="-6281"/>
                  <a:pt x="5410200" y="0"/>
                </a:cubicBezTo>
                <a:cubicBezTo>
                  <a:pt x="5410730" y="6954"/>
                  <a:pt x="5410934" y="12839"/>
                  <a:pt x="5410200" y="18288"/>
                </a:cubicBezTo>
                <a:cubicBezTo>
                  <a:pt x="5139060" y="6751"/>
                  <a:pt x="5121593" y="31035"/>
                  <a:pt x="4842129" y="18288"/>
                </a:cubicBezTo>
                <a:cubicBezTo>
                  <a:pt x="4562665" y="5541"/>
                  <a:pt x="4448273" y="9487"/>
                  <a:pt x="4328160" y="18288"/>
                </a:cubicBezTo>
                <a:cubicBezTo>
                  <a:pt x="4208047" y="27089"/>
                  <a:pt x="3760936" y="22567"/>
                  <a:pt x="3597783" y="18288"/>
                </a:cubicBezTo>
                <a:cubicBezTo>
                  <a:pt x="3434630" y="14009"/>
                  <a:pt x="3299718" y="33213"/>
                  <a:pt x="3029712" y="18288"/>
                </a:cubicBezTo>
                <a:cubicBezTo>
                  <a:pt x="2759706" y="3363"/>
                  <a:pt x="2640159" y="27394"/>
                  <a:pt x="2299335" y="18288"/>
                </a:cubicBezTo>
                <a:cubicBezTo>
                  <a:pt x="1958511" y="9182"/>
                  <a:pt x="1801186" y="28985"/>
                  <a:pt x="1514856" y="18288"/>
                </a:cubicBezTo>
                <a:cubicBezTo>
                  <a:pt x="1228526" y="7591"/>
                  <a:pt x="1063509" y="-5305"/>
                  <a:pt x="892683" y="18288"/>
                </a:cubicBezTo>
                <a:cubicBezTo>
                  <a:pt x="721857" y="41881"/>
                  <a:pt x="186945" y="-20897"/>
                  <a:pt x="0" y="18288"/>
                </a:cubicBezTo>
                <a:cubicBezTo>
                  <a:pt x="-570" y="9279"/>
                  <a:pt x="132" y="5100"/>
                  <a:pt x="0" y="0"/>
                </a:cubicBezTo>
                <a:close/>
              </a:path>
              <a:path w="5410200" h="18288" stroke="0" extrusionOk="0">
                <a:moveTo>
                  <a:pt x="0" y="0"/>
                </a:moveTo>
                <a:cubicBezTo>
                  <a:pt x="285096" y="-4925"/>
                  <a:pt x="376456" y="22268"/>
                  <a:pt x="622173" y="0"/>
                </a:cubicBezTo>
                <a:cubicBezTo>
                  <a:pt x="867890" y="-22268"/>
                  <a:pt x="1031392" y="7228"/>
                  <a:pt x="1136142" y="0"/>
                </a:cubicBezTo>
                <a:cubicBezTo>
                  <a:pt x="1240892" y="-7228"/>
                  <a:pt x="1561853" y="9877"/>
                  <a:pt x="1920621" y="0"/>
                </a:cubicBezTo>
                <a:cubicBezTo>
                  <a:pt x="2279389" y="-9877"/>
                  <a:pt x="2367255" y="19546"/>
                  <a:pt x="2542794" y="0"/>
                </a:cubicBezTo>
                <a:cubicBezTo>
                  <a:pt x="2718333" y="-19546"/>
                  <a:pt x="2866732" y="-22226"/>
                  <a:pt x="3164967" y="0"/>
                </a:cubicBezTo>
                <a:cubicBezTo>
                  <a:pt x="3463202" y="22226"/>
                  <a:pt x="3568055" y="-2765"/>
                  <a:pt x="3949446" y="0"/>
                </a:cubicBezTo>
                <a:cubicBezTo>
                  <a:pt x="4330837" y="2765"/>
                  <a:pt x="4287895" y="10557"/>
                  <a:pt x="4517517" y="0"/>
                </a:cubicBezTo>
                <a:cubicBezTo>
                  <a:pt x="4747139" y="-10557"/>
                  <a:pt x="5149588" y="8716"/>
                  <a:pt x="5410200" y="0"/>
                </a:cubicBezTo>
                <a:cubicBezTo>
                  <a:pt x="5409517" y="5414"/>
                  <a:pt x="5409480" y="12510"/>
                  <a:pt x="5410200" y="18288"/>
                </a:cubicBezTo>
                <a:cubicBezTo>
                  <a:pt x="5163327" y="41494"/>
                  <a:pt x="5008749" y="10693"/>
                  <a:pt x="4842129" y="18288"/>
                </a:cubicBezTo>
                <a:cubicBezTo>
                  <a:pt x="4675509" y="25883"/>
                  <a:pt x="4433401" y="-615"/>
                  <a:pt x="4165854" y="18288"/>
                </a:cubicBezTo>
                <a:cubicBezTo>
                  <a:pt x="3898308" y="37191"/>
                  <a:pt x="3809032" y="-8710"/>
                  <a:pt x="3543681" y="18288"/>
                </a:cubicBezTo>
                <a:cubicBezTo>
                  <a:pt x="3278330" y="45286"/>
                  <a:pt x="3073876" y="-15917"/>
                  <a:pt x="2759202" y="18288"/>
                </a:cubicBezTo>
                <a:cubicBezTo>
                  <a:pt x="2444528" y="52493"/>
                  <a:pt x="2204144" y="3372"/>
                  <a:pt x="1974723" y="18288"/>
                </a:cubicBezTo>
                <a:cubicBezTo>
                  <a:pt x="1745302" y="33204"/>
                  <a:pt x="1602335" y="31490"/>
                  <a:pt x="1406652" y="18288"/>
                </a:cubicBezTo>
                <a:cubicBezTo>
                  <a:pt x="1210969" y="5086"/>
                  <a:pt x="923948" y="3161"/>
                  <a:pt x="730377" y="18288"/>
                </a:cubicBezTo>
                <a:cubicBezTo>
                  <a:pt x="536806" y="33415"/>
                  <a:pt x="336496" y="-141"/>
                  <a:pt x="0" y="18288"/>
                </a:cubicBezTo>
                <a:cubicBezTo>
                  <a:pt x="-306" y="11061"/>
                  <a:pt x="-655" y="7751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Рисунок 5" descr="Зображення, що містить текст, знімок екрана, Шрифт&#10;&#10;Автоматично згенерований опис">
            <a:extLst>
              <a:ext uri="{FF2B5EF4-FFF2-40B4-BE49-F238E27FC236}">
                <a16:creationId xmlns:a16="http://schemas.microsoft.com/office/drawing/2014/main" id="{DE1BFE21-57F2-30C7-7433-970536979FA5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42021" y="2216622"/>
            <a:ext cx="1851481" cy="4003204"/>
          </a:xfrm>
          <a:prstGeom prst="rect">
            <a:avLst/>
          </a:prstGeom>
        </p:spPr>
      </p:pic>
      <p:pic>
        <p:nvPicPr>
          <p:cNvPr id="5" name="Рисунок 4" descr="Зображення, що містить текст, знімок екрана, Шрифт, лист&#10;&#10;Автоматично згенерований опис">
            <a:extLst>
              <a:ext uri="{FF2B5EF4-FFF2-40B4-BE49-F238E27FC236}">
                <a16:creationId xmlns:a16="http://schemas.microsoft.com/office/drawing/2014/main" id="{C3228FFC-E87C-9ABA-BDD7-F4422CBF2E69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63490" y="2216622"/>
            <a:ext cx="1851481" cy="4003204"/>
          </a:xfrm>
          <a:prstGeom prst="rect">
            <a:avLst/>
          </a:prstGeom>
        </p:spPr>
      </p:pic>
      <p:pic>
        <p:nvPicPr>
          <p:cNvPr id="4" name="Рисунок 3" descr="Зображення, що містить текст, знімок екрана, Шрифт, дизайн&#10;&#10;Автоматично згенерований опис">
            <a:extLst>
              <a:ext uri="{FF2B5EF4-FFF2-40B4-BE49-F238E27FC236}">
                <a16:creationId xmlns:a16="http://schemas.microsoft.com/office/drawing/2014/main" id="{623F57A3-DEBE-9774-341C-13FECECC607D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1951"/>
          <a:stretch/>
        </p:blipFill>
        <p:spPr bwMode="auto">
          <a:xfrm>
            <a:off x="3120389" y="2216621"/>
            <a:ext cx="1816051" cy="4003205"/>
          </a:xfrm>
          <a:prstGeom prst="rect">
            <a:avLst/>
          </a:prstGeom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C82C79B-892E-A5B2-75C5-A5EF20F98D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7BB42A-2F35-4D17-9702-336F4545CB24}" type="slidenum">
              <a:rPr lang="uk-UA" smtClean="0"/>
              <a:t>15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57371024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91F55C5D-1648-4BE3-932D-8CADBF3F67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BBD9136-6BAC-6D6C-A755-159EF952CC25}"/>
              </a:ext>
            </a:extLst>
          </p:cNvPr>
          <p:cNvSpPr txBox="1"/>
          <p:nvPr/>
        </p:nvSpPr>
        <p:spPr>
          <a:xfrm>
            <a:off x="640080" y="667512"/>
            <a:ext cx="10908792" cy="106984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5400">
                <a:latin typeface="+mj-lt"/>
                <a:ea typeface="+mj-ea"/>
                <a:cs typeface="+mj-cs"/>
              </a:rPr>
              <a:t>Екрани реєстрації та входу</a:t>
            </a:r>
          </a:p>
        </p:txBody>
      </p:sp>
      <p:sp>
        <p:nvSpPr>
          <p:cNvPr id="21" name="sketch line">
            <a:extLst>
              <a:ext uri="{FF2B5EF4-FFF2-40B4-BE49-F238E27FC236}">
                <a16:creationId xmlns:a16="http://schemas.microsoft.com/office/drawing/2014/main" id="{A38E1331-B5A6-44BE-BF4E-EE6C2FD2A2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10000" y="1776977"/>
            <a:ext cx="4572000" cy="18288"/>
          </a:xfrm>
          <a:custGeom>
            <a:avLst/>
            <a:gdLst>
              <a:gd name="csX0" fmla="*/ 0 w 4572000"/>
              <a:gd name="csY0" fmla="*/ 0 h 18288"/>
              <a:gd name="csX1" fmla="*/ 744583 w 4572000"/>
              <a:gd name="csY1" fmla="*/ 0 h 18288"/>
              <a:gd name="csX2" fmla="*/ 1352006 w 4572000"/>
              <a:gd name="csY2" fmla="*/ 0 h 18288"/>
              <a:gd name="csX3" fmla="*/ 2050869 w 4572000"/>
              <a:gd name="csY3" fmla="*/ 0 h 18288"/>
              <a:gd name="csX4" fmla="*/ 2612571 w 4572000"/>
              <a:gd name="csY4" fmla="*/ 0 h 18288"/>
              <a:gd name="csX5" fmla="*/ 3357154 w 4572000"/>
              <a:gd name="csY5" fmla="*/ 0 h 18288"/>
              <a:gd name="csX6" fmla="*/ 4010297 w 4572000"/>
              <a:gd name="csY6" fmla="*/ 0 h 18288"/>
              <a:gd name="csX7" fmla="*/ 4572000 w 4572000"/>
              <a:gd name="csY7" fmla="*/ 0 h 18288"/>
              <a:gd name="csX8" fmla="*/ 4572000 w 4572000"/>
              <a:gd name="csY8" fmla="*/ 18288 h 18288"/>
              <a:gd name="csX9" fmla="*/ 3873137 w 4572000"/>
              <a:gd name="csY9" fmla="*/ 18288 h 18288"/>
              <a:gd name="csX10" fmla="*/ 3265714 w 4572000"/>
              <a:gd name="csY10" fmla="*/ 18288 h 18288"/>
              <a:gd name="csX11" fmla="*/ 2521131 w 4572000"/>
              <a:gd name="csY11" fmla="*/ 18288 h 18288"/>
              <a:gd name="csX12" fmla="*/ 1867989 w 4572000"/>
              <a:gd name="csY12" fmla="*/ 18288 h 18288"/>
              <a:gd name="csX13" fmla="*/ 1352006 w 4572000"/>
              <a:gd name="csY13" fmla="*/ 18288 h 18288"/>
              <a:gd name="csX14" fmla="*/ 836023 w 4572000"/>
              <a:gd name="csY14" fmla="*/ 18288 h 18288"/>
              <a:gd name="csX15" fmla="*/ 0 w 4572000"/>
              <a:gd name="csY15" fmla="*/ 18288 h 18288"/>
              <a:gd name="csX16" fmla="*/ 0 w 4572000"/>
              <a:gd name="csY16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4572000" h="18288" fill="none" extrusionOk="0">
                <a:moveTo>
                  <a:pt x="0" y="0"/>
                </a:moveTo>
                <a:cubicBezTo>
                  <a:pt x="335213" y="-5275"/>
                  <a:pt x="446637" y="2749"/>
                  <a:pt x="744583" y="0"/>
                </a:cubicBezTo>
                <a:cubicBezTo>
                  <a:pt x="1042529" y="-2749"/>
                  <a:pt x="1223095" y="8165"/>
                  <a:pt x="1352006" y="0"/>
                </a:cubicBezTo>
                <a:cubicBezTo>
                  <a:pt x="1480917" y="-8165"/>
                  <a:pt x="1803308" y="16240"/>
                  <a:pt x="2050869" y="0"/>
                </a:cubicBezTo>
                <a:cubicBezTo>
                  <a:pt x="2298430" y="-16240"/>
                  <a:pt x="2464656" y="-22054"/>
                  <a:pt x="2612571" y="0"/>
                </a:cubicBezTo>
                <a:cubicBezTo>
                  <a:pt x="2760486" y="22054"/>
                  <a:pt x="3034874" y="11895"/>
                  <a:pt x="3357154" y="0"/>
                </a:cubicBezTo>
                <a:cubicBezTo>
                  <a:pt x="3679434" y="-11895"/>
                  <a:pt x="3778145" y="-10841"/>
                  <a:pt x="4010297" y="0"/>
                </a:cubicBezTo>
                <a:cubicBezTo>
                  <a:pt x="4242449" y="10841"/>
                  <a:pt x="4385860" y="17261"/>
                  <a:pt x="4572000" y="0"/>
                </a:cubicBezTo>
                <a:cubicBezTo>
                  <a:pt x="4571443" y="8172"/>
                  <a:pt x="4571244" y="10948"/>
                  <a:pt x="4572000" y="18288"/>
                </a:cubicBezTo>
                <a:cubicBezTo>
                  <a:pt x="4352099" y="1269"/>
                  <a:pt x="4065933" y="40755"/>
                  <a:pt x="3873137" y="18288"/>
                </a:cubicBezTo>
                <a:cubicBezTo>
                  <a:pt x="3680341" y="-4179"/>
                  <a:pt x="3486903" y="33471"/>
                  <a:pt x="3265714" y="18288"/>
                </a:cubicBezTo>
                <a:cubicBezTo>
                  <a:pt x="3044525" y="3105"/>
                  <a:pt x="2683548" y="-1073"/>
                  <a:pt x="2521131" y="18288"/>
                </a:cubicBezTo>
                <a:cubicBezTo>
                  <a:pt x="2358714" y="37649"/>
                  <a:pt x="2132855" y="34593"/>
                  <a:pt x="1867989" y="18288"/>
                </a:cubicBezTo>
                <a:cubicBezTo>
                  <a:pt x="1603123" y="1983"/>
                  <a:pt x="1605373" y="2886"/>
                  <a:pt x="1352006" y="18288"/>
                </a:cubicBezTo>
                <a:cubicBezTo>
                  <a:pt x="1098639" y="33690"/>
                  <a:pt x="962100" y="16241"/>
                  <a:pt x="836023" y="18288"/>
                </a:cubicBezTo>
                <a:cubicBezTo>
                  <a:pt x="709946" y="20335"/>
                  <a:pt x="193668" y="-307"/>
                  <a:pt x="0" y="18288"/>
                </a:cubicBezTo>
                <a:cubicBezTo>
                  <a:pt x="-277" y="11188"/>
                  <a:pt x="-244" y="5848"/>
                  <a:pt x="0" y="0"/>
                </a:cubicBezTo>
                <a:close/>
              </a:path>
              <a:path w="4572000" h="18288" stroke="0" extrusionOk="0">
                <a:moveTo>
                  <a:pt x="0" y="0"/>
                </a:moveTo>
                <a:cubicBezTo>
                  <a:pt x="158188" y="7508"/>
                  <a:pt x="361578" y="-27091"/>
                  <a:pt x="561703" y="0"/>
                </a:cubicBezTo>
                <a:cubicBezTo>
                  <a:pt x="761828" y="27091"/>
                  <a:pt x="1133811" y="14547"/>
                  <a:pt x="1306286" y="0"/>
                </a:cubicBezTo>
                <a:cubicBezTo>
                  <a:pt x="1478761" y="-14547"/>
                  <a:pt x="1809594" y="13320"/>
                  <a:pt x="2050869" y="0"/>
                </a:cubicBezTo>
                <a:cubicBezTo>
                  <a:pt x="2292144" y="-13320"/>
                  <a:pt x="2409269" y="-14334"/>
                  <a:pt x="2612571" y="0"/>
                </a:cubicBezTo>
                <a:cubicBezTo>
                  <a:pt x="2815873" y="14334"/>
                  <a:pt x="3025009" y="33536"/>
                  <a:pt x="3311434" y="0"/>
                </a:cubicBezTo>
                <a:cubicBezTo>
                  <a:pt x="3597859" y="-33536"/>
                  <a:pt x="3695431" y="-13462"/>
                  <a:pt x="3827417" y="0"/>
                </a:cubicBezTo>
                <a:cubicBezTo>
                  <a:pt x="3959403" y="13462"/>
                  <a:pt x="4360180" y="899"/>
                  <a:pt x="4572000" y="0"/>
                </a:cubicBezTo>
                <a:cubicBezTo>
                  <a:pt x="4572481" y="8890"/>
                  <a:pt x="4572898" y="10033"/>
                  <a:pt x="4572000" y="18288"/>
                </a:cubicBezTo>
                <a:cubicBezTo>
                  <a:pt x="4356830" y="5817"/>
                  <a:pt x="4021942" y="41441"/>
                  <a:pt x="3873137" y="18288"/>
                </a:cubicBezTo>
                <a:cubicBezTo>
                  <a:pt x="3724332" y="-4865"/>
                  <a:pt x="3494019" y="36771"/>
                  <a:pt x="3174274" y="18288"/>
                </a:cubicBezTo>
                <a:cubicBezTo>
                  <a:pt x="2854529" y="-195"/>
                  <a:pt x="2861023" y="5963"/>
                  <a:pt x="2658291" y="18288"/>
                </a:cubicBezTo>
                <a:cubicBezTo>
                  <a:pt x="2455559" y="30613"/>
                  <a:pt x="2309968" y="11711"/>
                  <a:pt x="2050869" y="18288"/>
                </a:cubicBezTo>
                <a:cubicBezTo>
                  <a:pt x="1791770" y="24865"/>
                  <a:pt x="1671115" y="-4587"/>
                  <a:pt x="1306286" y="18288"/>
                </a:cubicBezTo>
                <a:cubicBezTo>
                  <a:pt x="941457" y="41163"/>
                  <a:pt x="838619" y="-9452"/>
                  <a:pt x="653143" y="18288"/>
                </a:cubicBezTo>
                <a:cubicBezTo>
                  <a:pt x="467667" y="46028"/>
                  <a:pt x="308702" y="9245"/>
                  <a:pt x="0" y="18288"/>
                </a:cubicBezTo>
                <a:cubicBezTo>
                  <a:pt x="-4" y="10872"/>
                  <a:pt x="388" y="6748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959150775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Рисунок 6" descr="Зображення, що містить текст, знімок екрана, Шрифт, дизайн&#10;&#10;Автоматично згенерований опис">
            <a:extLst>
              <a:ext uri="{FF2B5EF4-FFF2-40B4-BE49-F238E27FC236}">
                <a16:creationId xmlns:a16="http://schemas.microsoft.com/office/drawing/2014/main" id="{00BFC19C-2AD4-2A06-DE31-41651014C6F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43334" y="1970528"/>
            <a:ext cx="1965301" cy="4249301"/>
          </a:xfrm>
          <a:prstGeom prst="rect">
            <a:avLst/>
          </a:prstGeom>
        </p:spPr>
      </p:pic>
      <p:pic>
        <p:nvPicPr>
          <p:cNvPr id="13" name="Рисунок 12" descr="Зображення, що містить текст, знімок екрана, Шрифт, дизайн&#10;&#10;Автоматично згенерований опис">
            <a:extLst>
              <a:ext uri="{FF2B5EF4-FFF2-40B4-BE49-F238E27FC236}">
                <a16:creationId xmlns:a16="http://schemas.microsoft.com/office/drawing/2014/main" id="{110A75DD-1204-468A-34FF-A75BBED5D4A2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1418" y="1970528"/>
            <a:ext cx="1965300" cy="4249300"/>
          </a:xfrm>
          <a:prstGeom prst="rect">
            <a:avLst/>
          </a:prstGeom>
        </p:spPr>
      </p:pic>
      <p:pic>
        <p:nvPicPr>
          <p:cNvPr id="11" name="Рисунок 10" descr="Зображення, що містить текст, знімок екрана, Шрифт, ряд&#10;&#10;Автоматично згенерований опис">
            <a:extLst>
              <a:ext uri="{FF2B5EF4-FFF2-40B4-BE49-F238E27FC236}">
                <a16:creationId xmlns:a16="http://schemas.microsoft.com/office/drawing/2014/main" id="{12CB30AA-8B13-C0D4-BB91-FB811A22DE85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12776" y="1970529"/>
            <a:ext cx="1954677" cy="4249299"/>
          </a:xfrm>
          <a:prstGeom prst="rect">
            <a:avLst/>
          </a:prstGeom>
        </p:spPr>
      </p:pic>
      <p:pic>
        <p:nvPicPr>
          <p:cNvPr id="8" name="Рисунок 7" descr="Зображення, що містить текст, знімок екрана, Шрифт&#10;&#10;Автоматично згенерований опис">
            <a:extLst>
              <a:ext uri="{FF2B5EF4-FFF2-40B4-BE49-F238E27FC236}">
                <a16:creationId xmlns:a16="http://schemas.microsoft.com/office/drawing/2014/main" id="{409AA4CE-5F48-12EC-C75C-ADB9697EBF14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3367" y="1970529"/>
            <a:ext cx="1954677" cy="4249299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63141F8-D857-D9C4-B224-392BF16C05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7BB42A-2F35-4D17-9702-336F4545CB24}" type="slidenum">
              <a:rPr lang="uk-UA" smtClean="0"/>
              <a:t>16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14364488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 descr="Зображення, що містить текст, знімок екрана, Шрифт&#10;&#10;Автоматично згенерований опис">
            <a:extLst>
              <a:ext uri="{FF2B5EF4-FFF2-40B4-BE49-F238E27FC236}">
                <a16:creationId xmlns:a16="http://schemas.microsoft.com/office/drawing/2014/main" id="{F959FADC-7BC8-8A95-3B6D-0B784886B15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8332" y="1123527"/>
            <a:ext cx="2129719" cy="4604800"/>
          </a:xfrm>
          <a:prstGeom prst="rect">
            <a:avLst/>
          </a:prstGeom>
        </p:spPr>
      </p:pic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DCD67800-37AC-4E14-89B0-F79DCB3FB8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165600" y="1573887"/>
            <a:ext cx="0" cy="3710227"/>
          </a:xfrm>
          <a:prstGeom prst="line">
            <a:avLst/>
          </a:prstGeom>
          <a:ln w="19050">
            <a:solidFill>
              <a:srgbClr val="7F7F7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Рисунок 3" descr="Зображення, що містить текст, знімок екрана, Шрифт, ряд&#10;&#10;Автоматично згенерований опис">
            <a:extLst>
              <a:ext uri="{FF2B5EF4-FFF2-40B4-BE49-F238E27FC236}">
                <a16:creationId xmlns:a16="http://schemas.microsoft.com/office/drawing/2014/main" id="{5BA8998A-6B3F-1FA3-54AA-198F4C6E098F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14488" y="1123527"/>
            <a:ext cx="2129720" cy="4604800"/>
          </a:xfrm>
          <a:prstGeom prst="rect">
            <a:avLst/>
          </a:prstGeom>
        </p:spPr>
      </p:pic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20F1788F-A5AE-4188-8274-F7F2E3833E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995920" y="1573887"/>
            <a:ext cx="0" cy="3710227"/>
          </a:xfrm>
          <a:prstGeom prst="line">
            <a:avLst/>
          </a:prstGeom>
          <a:ln w="19050">
            <a:solidFill>
              <a:srgbClr val="7F7F7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Рисунок 5" descr="Зображення, що містить текст, знімок екрана, Шрифт, квитанція&#10;&#10;Автоматично згенерований опис">
            <a:extLst>
              <a:ext uri="{FF2B5EF4-FFF2-40B4-BE49-F238E27FC236}">
                <a16:creationId xmlns:a16="http://schemas.microsoft.com/office/drawing/2014/main" id="{960B105A-BDDA-B8D7-8FD3-915084AA3410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56036" y="1123528"/>
            <a:ext cx="2129720" cy="4604800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95B64DC-0D79-DC35-1B84-698BC928A1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7BB42A-2F35-4D17-9702-336F4545CB24}" type="slidenum">
              <a:rPr lang="uk-UA" smtClean="0"/>
              <a:t>17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420190044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665DBBEF-238B-476B-96AB-8AAC3224EC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F43F5B6-D65C-DC0E-3240-F9C8515D9EDF}"/>
              </a:ext>
            </a:extLst>
          </p:cNvPr>
          <p:cNvSpPr txBox="1"/>
          <p:nvPr/>
        </p:nvSpPr>
        <p:spPr>
          <a:xfrm>
            <a:off x="638882" y="639193"/>
            <a:ext cx="3571810" cy="357351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66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Головна стрічка</a:t>
            </a:r>
          </a:p>
        </p:txBody>
      </p:sp>
      <p:sp>
        <p:nvSpPr>
          <p:cNvPr id="12" name="sketch line">
            <a:extLst>
              <a:ext uri="{FF2B5EF4-FFF2-40B4-BE49-F238E27FC236}">
                <a16:creationId xmlns:a16="http://schemas.microsoft.com/office/drawing/2014/main" id="{3FCFB1DE-0B7E-48CC-BA90-B2AB0889F9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4409267"/>
            <a:ext cx="3255095" cy="18288"/>
          </a:xfrm>
          <a:custGeom>
            <a:avLst/>
            <a:gdLst>
              <a:gd name="csX0" fmla="*/ 0 w 3255095"/>
              <a:gd name="csY0" fmla="*/ 0 h 18288"/>
              <a:gd name="csX1" fmla="*/ 618468 w 3255095"/>
              <a:gd name="csY1" fmla="*/ 0 h 18288"/>
              <a:gd name="csX2" fmla="*/ 1269487 w 3255095"/>
              <a:gd name="csY2" fmla="*/ 0 h 18288"/>
              <a:gd name="csX3" fmla="*/ 1953057 w 3255095"/>
              <a:gd name="csY3" fmla="*/ 0 h 18288"/>
              <a:gd name="csX4" fmla="*/ 2636627 w 3255095"/>
              <a:gd name="csY4" fmla="*/ 0 h 18288"/>
              <a:gd name="csX5" fmla="*/ 3255095 w 3255095"/>
              <a:gd name="csY5" fmla="*/ 0 h 18288"/>
              <a:gd name="csX6" fmla="*/ 3255095 w 3255095"/>
              <a:gd name="csY6" fmla="*/ 18288 h 18288"/>
              <a:gd name="csX7" fmla="*/ 2538974 w 3255095"/>
              <a:gd name="csY7" fmla="*/ 18288 h 18288"/>
              <a:gd name="csX8" fmla="*/ 1822853 w 3255095"/>
              <a:gd name="csY8" fmla="*/ 18288 h 18288"/>
              <a:gd name="csX9" fmla="*/ 1171834 w 3255095"/>
              <a:gd name="csY9" fmla="*/ 18288 h 18288"/>
              <a:gd name="csX10" fmla="*/ 0 w 3255095"/>
              <a:gd name="csY10" fmla="*/ 18288 h 18288"/>
              <a:gd name="csX11" fmla="*/ 0 w 3255095"/>
              <a:gd name="csY11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Рисунок 4" descr="Зображення, що містить текст, знімок екрана, дизайн&#10;&#10;Автоматично згенерований опис">
            <a:extLst>
              <a:ext uri="{FF2B5EF4-FFF2-40B4-BE49-F238E27FC236}">
                <a16:creationId xmlns:a16="http://schemas.microsoft.com/office/drawing/2014/main" id="{F7D44FAB-94A0-B8EB-0B17-8248CD195B9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78072" y="640080"/>
            <a:ext cx="2567063" cy="5550408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6871BCC-E014-B157-B00A-7C3F3501B0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7BB42A-2F35-4D17-9702-336F4545CB24}" type="slidenum">
              <a:rPr lang="uk-UA" smtClean="0"/>
              <a:t>18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68889019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7C98A213-5994-475E-B327-DC6EC27FBA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3988F1D-8DB5-565D-5439-3B95B11EE9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881" y="670218"/>
            <a:ext cx="10909640" cy="106583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5600">
                <a:effectLst/>
              </a:rPr>
              <a:t>Сторінки брендів, новин та бажань</a:t>
            </a:r>
            <a:endParaRPr lang="en-US" sz="5600"/>
          </a:p>
        </p:txBody>
      </p:sp>
      <p:sp>
        <p:nvSpPr>
          <p:cNvPr id="13" name="sketch line">
            <a:extLst>
              <a:ext uri="{FF2B5EF4-FFF2-40B4-BE49-F238E27FC236}">
                <a16:creationId xmlns:a16="http://schemas.microsoft.com/office/drawing/2014/main" id="{4B030A0D-0DAD-4A99-89BB-419527D6A6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389376" y="1800088"/>
            <a:ext cx="5410200" cy="18288"/>
          </a:xfrm>
          <a:custGeom>
            <a:avLst/>
            <a:gdLst>
              <a:gd name="csX0" fmla="*/ 0 w 5410200"/>
              <a:gd name="csY0" fmla="*/ 0 h 18288"/>
              <a:gd name="csX1" fmla="*/ 568071 w 5410200"/>
              <a:gd name="csY1" fmla="*/ 0 h 18288"/>
              <a:gd name="csX2" fmla="*/ 1298448 w 5410200"/>
              <a:gd name="csY2" fmla="*/ 0 h 18288"/>
              <a:gd name="csX3" fmla="*/ 1920621 w 5410200"/>
              <a:gd name="csY3" fmla="*/ 0 h 18288"/>
              <a:gd name="csX4" fmla="*/ 2488692 w 5410200"/>
              <a:gd name="csY4" fmla="*/ 0 h 18288"/>
              <a:gd name="csX5" fmla="*/ 3219069 w 5410200"/>
              <a:gd name="csY5" fmla="*/ 0 h 18288"/>
              <a:gd name="csX6" fmla="*/ 3895344 w 5410200"/>
              <a:gd name="csY6" fmla="*/ 0 h 18288"/>
              <a:gd name="csX7" fmla="*/ 4571619 w 5410200"/>
              <a:gd name="csY7" fmla="*/ 0 h 18288"/>
              <a:gd name="csX8" fmla="*/ 5410200 w 5410200"/>
              <a:gd name="csY8" fmla="*/ 0 h 18288"/>
              <a:gd name="csX9" fmla="*/ 5410200 w 5410200"/>
              <a:gd name="csY9" fmla="*/ 18288 h 18288"/>
              <a:gd name="csX10" fmla="*/ 4842129 w 5410200"/>
              <a:gd name="csY10" fmla="*/ 18288 h 18288"/>
              <a:gd name="csX11" fmla="*/ 4328160 w 5410200"/>
              <a:gd name="csY11" fmla="*/ 18288 h 18288"/>
              <a:gd name="csX12" fmla="*/ 3597783 w 5410200"/>
              <a:gd name="csY12" fmla="*/ 18288 h 18288"/>
              <a:gd name="csX13" fmla="*/ 3029712 w 5410200"/>
              <a:gd name="csY13" fmla="*/ 18288 h 18288"/>
              <a:gd name="csX14" fmla="*/ 2299335 w 5410200"/>
              <a:gd name="csY14" fmla="*/ 18288 h 18288"/>
              <a:gd name="csX15" fmla="*/ 1514856 w 5410200"/>
              <a:gd name="csY15" fmla="*/ 18288 h 18288"/>
              <a:gd name="csX16" fmla="*/ 892683 w 5410200"/>
              <a:gd name="csY16" fmla="*/ 18288 h 18288"/>
              <a:gd name="csX17" fmla="*/ 0 w 5410200"/>
              <a:gd name="csY17" fmla="*/ 18288 h 18288"/>
              <a:gd name="csX18" fmla="*/ 0 w 5410200"/>
              <a:gd name="csY18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</a:cxnLst>
            <a:rect l="l" t="t" r="r" b="b"/>
            <a:pathLst>
              <a:path w="5410200" h="18288" fill="none" extrusionOk="0">
                <a:moveTo>
                  <a:pt x="0" y="0"/>
                </a:moveTo>
                <a:cubicBezTo>
                  <a:pt x="163050" y="-18707"/>
                  <a:pt x="319321" y="-16364"/>
                  <a:pt x="568071" y="0"/>
                </a:cubicBezTo>
                <a:cubicBezTo>
                  <a:pt x="816821" y="16364"/>
                  <a:pt x="1013224" y="-7268"/>
                  <a:pt x="1298448" y="0"/>
                </a:cubicBezTo>
                <a:cubicBezTo>
                  <a:pt x="1583672" y="7268"/>
                  <a:pt x="1631711" y="-3367"/>
                  <a:pt x="1920621" y="0"/>
                </a:cubicBezTo>
                <a:cubicBezTo>
                  <a:pt x="2209531" y="3367"/>
                  <a:pt x="2364420" y="-19184"/>
                  <a:pt x="2488692" y="0"/>
                </a:cubicBezTo>
                <a:cubicBezTo>
                  <a:pt x="2612964" y="19184"/>
                  <a:pt x="3023298" y="-34627"/>
                  <a:pt x="3219069" y="0"/>
                </a:cubicBezTo>
                <a:cubicBezTo>
                  <a:pt x="3414840" y="34627"/>
                  <a:pt x="3656810" y="24043"/>
                  <a:pt x="3895344" y="0"/>
                </a:cubicBezTo>
                <a:cubicBezTo>
                  <a:pt x="4133879" y="-24043"/>
                  <a:pt x="4393984" y="-19577"/>
                  <a:pt x="4571619" y="0"/>
                </a:cubicBezTo>
                <a:cubicBezTo>
                  <a:pt x="4749255" y="19577"/>
                  <a:pt x="5179928" y="-6281"/>
                  <a:pt x="5410200" y="0"/>
                </a:cubicBezTo>
                <a:cubicBezTo>
                  <a:pt x="5410730" y="6954"/>
                  <a:pt x="5410934" y="12839"/>
                  <a:pt x="5410200" y="18288"/>
                </a:cubicBezTo>
                <a:cubicBezTo>
                  <a:pt x="5139060" y="6751"/>
                  <a:pt x="5121593" y="31035"/>
                  <a:pt x="4842129" y="18288"/>
                </a:cubicBezTo>
                <a:cubicBezTo>
                  <a:pt x="4562665" y="5541"/>
                  <a:pt x="4448273" y="9487"/>
                  <a:pt x="4328160" y="18288"/>
                </a:cubicBezTo>
                <a:cubicBezTo>
                  <a:pt x="4208047" y="27089"/>
                  <a:pt x="3760936" y="22567"/>
                  <a:pt x="3597783" y="18288"/>
                </a:cubicBezTo>
                <a:cubicBezTo>
                  <a:pt x="3434630" y="14009"/>
                  <a:pt x="3299718" y="33213"/>
                  <a:pt x="3029712" y="18288"/>
                </a:cubicBezTo>
                <a:cubicBezTo>
                  <a:pt x="2759706" y="3363"/>
                  <a:pt x="2640159" y="27394"/>
                  <a:pt x="2299335" y="18288"/>
                </a:cubicBezTo>
                <a:cubicBezTo>
                  <a:pt x="1958511" y="9182"/>
                  <a:pt x="1801186" y="28985"/>
                  <a:pt x="1514856" y="18288"/>
                </a:cubicBezTo>
                <a:cubicBezTo>
                  <a:pt x="1228526" y="7591"/>
                  <a:pt x="1063509" y="-5305"/>
                  <a:pt x="892683" y="18288"/>
                </a:cubicBezTo>
                <a:cubicBezTo>
                  <a:pt x="721857" y="41881"/>
                  <a:pt x="186945" y="-20897"/>
                  <a:pt x="0" y="18288"/>
                </a:cubicBezTo>
                <a:cubicBezTo>
                  <a:pt x="-570" y="9279"/>
                  <a:pt x="132" y="5100"/>
                  <a:pt x="0" y="0"/>
                </a:cubicBezTo>
                <a:close/>
              </a:path>
              <a:path w="5410200" h="18288" stroke="0" extrusionOk="0">
                <a:moveTo>
                  <a:pt x="0" y="0"/>
                </a:moveTo>
                <a:cubicBezTo>
                  <a:pt x="285096" y="-4925"/>
                  <a:pt x="376456" y="22268"/>
                  <a:pt x="622173" y="0"/>
                </a:cubicBezTo>
                <a:cubicBezTo>
                  <a:pt x="867890" y="-22268"/>
                  <a:pt x="1031392" y="7228"/>
                  <a:pt x="1136142" y="0"/>
                </a:cubicBezTo>
                <a:cubicBezTo>
                  <a:pt x="1240892" y="-7228"/>
                  <a:pt x="1561853" y="9877"/>
                  <a:pt x="1920621" y="0"/>
                </a:cubicBezTo>
                <a:cubicBezTo>
                  <a:pt x="2279389" y="-9877"/>
                  <a:pt x="2367255" y="19546"/>
                  <a:pt x="2542794" y="0"/>
                </a:cubicBezTo>
                <a:cubicBezTo>
                  <a:pt x="2718333" y="-19546"/>
                  <a:pt x="2866732" y="-22226"/>
                  <a:pt x="3164967" y="0"/>
                </a:cubicBezTo>
                <a:cubicBezTo>
                  <a:pt x="3463202" y="22226"/>
                  <a:pt x="3568055" y="-2765"/>
                  <a:pt x="3949446" y="0"/>
                </a:cubicBezTo>
                <a:cubicBezTo>
                  <a:pt x="4330837" y="2765"/>
                  <a:pt x="4287895" y="10557"/>
                  <a:pt x="4517517" y="0"/>
                </a:cubicBezTo>
                <a:cubicBezTo>
                  <a:pt x="4747139" y="-10557"/>
                  <a:pt x="5149588" y="8716"/>
                  <a:pt x="5410200" y="0"/>
                </a:cubicBezTo>
                <a:cubicBezTo>
                  <a:pt x="5409517" y="5414"/>
                  <a:pt x="5409480" y="12510"/>
                  <a:pt x="5410200" y="18288"/>
                </a:cubicBezTo>
                <a:cubicBezTo>
                  <a:pt x="5163327" y="41494"/>
                  <a:pt x="5008749" y="10693"/>
                  <a:pt x="4842129" y="18288"/>
                </a:cubicBezTo>
                <a:cubicBezTo>
                  <a:pt x="4675509" y="25883"/>
                  <a:pt x="4433401" y="-615"/>
                  <a:pt x="4165854" y="18288"/>
                </a:cubicBezTo>
                <a:cubicBezTo>
                  <a:pt x="3898308" y="37191"/>
                  <a:pt x="3809032" y="-8710"/>
                  <a:pt x="3543681" y="18288"/>
                </a:cubicBezTo>
                <a:cubicBezTo>
                  <a:pt x="3278330" y="45286"/>
                  <a:pt x="3073876" y="-15917"/>
                  <a:pt x="2759202" y="18288"/>
                </a:cubicBezTo>
                <a:cubicBezTo>
                  <a:pt x="2444528" y="52493"/>
                  <a:pt x="2204144" y="3372"/>
                  <a:pt x="1974723" y="18288"/>
                </a:cubicBezTo>
                <a:cubicBezTo>
                  <a:pt x="1745302" y="33204"/>
                  <a:pt x="1602335" y="31490"/>
                  <a:pt x="1406652" y="18288"/>
                </a:cubicBezTo>
                <a:cubicBezTo>
                  <a:pt x="1210969" y="5086"/>
                  <a:pt x="923948" y="3161"/>
                  <a:pt x="730377" y="18288"/>
                </a:cubicBezTo>
                <a:cubicBezTo>
                  <a:pt x="536806" y="33415"/>
                  <a:pt x="336496" y="-141"/>
                  <a:pt x="0" y="18288"/>
                </a:cubicBezTo>
                <a:cubicBezTo>
                  <a:pt x="-306" y="11061"/>
                  <a:pt x="-655" y="7751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Рисунок 3" descr="Зображення, що містить текст, знімок екрана, дизайн&#10;&#10;Автоматично згенерований опис">
            <a:extLst>
              <a:ext uri="{FF2B5EF4-FFF2-40B4-BE49-F238E27FC236}">
                <a16:creationId xmlns:a16="http://schemas.microsoft.com/office/drawing/2014/main" id="{345518C9-34BD-2CE0-5255-7DD87436EC9B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03786" y="1960720"/>
            <a:ext cx="1969835" cy="4259105"/>
          </a:xfrm>
          <a:prstGeom prst="rect">
            <a:avLst/>
          </a:prstGeom>
        </p:spPr>
      </p:pic>
      <p:pic>
        <p:nvPicPr>
          <p:cNvPr id="6" name="Рисунок 5" descr="Зображення, що містить текст, знімок екрана, лист, Шрифт&#10;&#10;Автоматично згенерований опис">
            <a:extLst>
              <a:ext uri="{FF2B5EF4-FFF2-40B4-BE49-F238E27FC236}">
                <a16:creationId xmlns:a16="http://schemas.microsoft.com/office/drawing/2014/main" id="{C1D5294A-DD9B-7599-0904-3BD841DA5C20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07572" y="1960720"/>
            <a:ext cx="1969835" cy="4259105"/>
          </a:xfrm>
          <a:prstGeom prst="rect">
            <a:avLst/>
          </a:prstGeom>
        </p:spPr>
      </p:pic>
      <p:pic>
        <p:nvPicPr>
          <p:cNvPr id="5" name="Рисунок 4" descr="Зображення, що містить текст, знімок екрана&#10;&#10;Автоматично згенерований опис">
            <a:extLst>
              <a:ext uri="{FF2B5EF4-FFF2-40B4-BE49-F238E27FC236}">
                <a16:creationId xmlns:a16="http://schemas.microsoft.com/office/drawing/2014/main" id="{1ABFC5F6-D537-C7A2-E971-E9B0D545E067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08933" y="1960720"/>
            <a:ext cx="1969835" cy="4259105"/>
          </a:xfrm>
          <a:prstGeom prst="rect">
            <a:avLst/>
          </a:prstGeom>
        </p:spPr>
      </p:pic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616AEC1-AA8D-0F9C-1906-24BF1C55CE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7BB42A-2F35-4D17-9702-336F4545CB24}" type="slidenum">
              <a:rPr lang="uk-UA" smtClean="0"/>
              <a:t>19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27244851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C4879EFC-8E62-4E00-973C-C45EE9EC67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52C4F26-3F9C-94C4-7818-79B70C1EDF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881" y="457200"/>
            <a:ext cx="10909640" cy="136861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6600"/>
              <a:t>Сторінка пошуку</a:t>
            </a:r>
          </a:p>
        </p:txBody>
      </p:sp>
      <p:sp>
        <p:nvSpPr>
          <p:cNvPr id="12" name="sketch line">
            <a:extLst>
              <a:ext uri="{FF2B5EF4-FFF2-40B4-BE49-F238E27FC236}">
                <a16:creationId xmlns:a16="http://schemas.microsoft.com/office/drawing/2014/main" id="{D6A9C53F-5F90-40A5-8C85-5412D39C8C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50080" y="1850683"/>
            <a:ext cx="3291840" cy="18288"/>
          </a:xfrm>
          <a:custGeom>
            <a:avLst/>
            <a:gdLst>
              <a:gd name="csX0" fmla="*/ 0 w 3291840"/>
              <a:gd name="csY0" fmla="*/ 0 h 18288"/>
              <a:gd name="csX1" fmla="*/ 658368 w 3291840"/>
              <a:gd name="csY1" fmla="*/ 0 h 18288"/>
              <a:gd name="csX2" fmla="*/ 1283818 w 3291840"/>
              <a:gd name="csY2" fmla="*/ 0 h 18288"/>
              <a:gd name="csX3" fmla="*/ 1909267 w 3291840"/>
              <a:gd name="csY3" fmla="*/ 0 h 18288"/>
              <a:gd name="csX4" fmla="*/ 2633472 w 3291840"/>
              <a:gd name="csY4" fmla="*/ 0 h 18288"/>
              <a:gd name="csX5" fmla="*/ 3291840 w 3291840"/>
              <a:gd name="csY5" fmla="*/ 0 h 18288"/>
              <a:gd name="csX6" fmla="*/ 3291840 w 3291840"/>
              <a:gd name="csY6" fmla="*/ 18288 h 18288"/>
              <a:gd name="csX7" fmla="*/ 2633472 w 3291840"/>
              <a:gd name="csY7" fmla="*/ 18288 h 18288"/>
              <a:gd name="csX8" fmla="*/ 2073859 w 3291840"/>
              <a:gd name="csY8" fmla="*/ 18288 h 18288"/>
              <a:gd name="csX9" fmla="*/ 1448410 w 3291840"/>
              <a:gd name="csY9" fmla="*/ 18288 h 18288"/>
              <a:gd name="csX10" fmla="*/ 822960 w 3291840"/>
              <a:gd name="csY10" fmla="*/ 18288 h 18288"/>
              <a:gd name="csX11" fmla="*/ 0 w 3291840"/>
              <a:gd name="csY11" fmla="*/ 18288 h 18288"/>
              <a:gd name="csX12" fmla="*/ 0 w 3291840"/>
              <a:gd name="csY12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3291840" h="18288" fill="none" extrusionOk="0">
                <a:moveTo>
                  <a:pt x="0" y="0"/>
                </a:moveTo>
                <a:cubicBezTo>
                  <a:pt x="173077" y="-20031"/>
                  <a:pt x="443104" y="6424"/>
                  <a:pt x="658368" y="0"/>
                </a:cubicBezTo>
                <a:cubicBezTo>
                  <a:pt x="873632" y="-6424"/>
                  <a:pt x="1034028" y="11764"/>
                  <a:pt x="1283818" y="0"/>
                </a:cubicBezTo>
                <a:cubicBezTo>
                  <a:pt x="1533608" y="-11764"/>
                  <a:pt x="1691227" y="-30112"/>
                  <a:pt x="1909267" y="0"/>
                </a:cubicBezTo>
                <a:cubicBezTo>
                  <a:pt x="2127307" y="30112"/>
                  <a:pt x="2272465" y="-18735"/>
                  <a:pt x="2633472" y="0"/>
                </a:cubicBezTo>
                <a:cubicBezTo>
                  <a:pt x="2994479" y="18735"/>
                  <a:pt x="3023324" y="-32030"/>
                  <a:pt x="3291840" y="0"/>
                </a:cubicBezTo>
                <a:cubicBezTo>
                  <a:pt x="3291406" y="7551"/>
                  <a:pt x="3291373" y="9822"/>
                  <a:pt x="3291840" y="18288"/>
                </a:cubicBezTo>
                <a:cubicBezTo>
                  <a:pt x="3048445" y="38989"/>
                  <a:pt x="2846548" y="-14400"/>
                  <a:pt x="2633472" y="18288"/>
                </a:cubicBezTo>
                <a:cubicBezTo>
                  <a:pt x="2420396" y="50976"/>
                  <a:pt x="2304099" y="6336"/>
                  <a:pt x="2073859" y="18288"/>
                </a:cubicBezTo>
                <a:cubicBezTo>
                  <a:pt x="1843619" y="30240"/>
                  <a:pt x="1706926" y="10778"/>
                  <a:pt x="1448410" y="18288"/>
                </a:cubicBezTo>
                <a:cubicBezTo>
                  <a:pt x="1189894" y="25798"/>
                  <a:pt x="1002278" y="8992"/>
                  <a:pt x="822960" y="18288"/>
                </a:cubicBezTo>
                <a:cubicBezTo>
                  <a:pt x="643642" y="27585"/>
                  <a:pt x="307039" y="38051"/>
                  <a:pt x="0" y="18288"/>
                </a:cubicBezTo>
                <a:cubicBezTo>
                  <a:pt x="60" y="11696"/>
                  <a:pt x="66" y="3758"/>
                  <a:pt x="0" y="0"/>
                </a:cubicBezTo>
                <a:close/>
              </a:path>
              <a:path w="3291840" h="18288" stroke="0" extrusionOk="0">
                <a:moveTo>
                  <a:pt x="0" y="0"/>
                </a:moveTo>
                <a:cubicBezTo>
                  <a:pt x="195850" y="28018"/>
                  <a:pt x="434891" y="17390"/>
                  <a:pt x="592531" y="0"/>
                </a:cubicBezTo>
                <a:cubicBezTo>
                  <a:pt x="750171" y="-17390"/>
                  <a:pt x="1018709" y="32200"/>
                  <a:pt x="1316736" y="0"/>
                </a:cubicBezTo>
                <a:cubicBezTo>
                  <a:pt x="1614763" y="-32200"/>
                  <a:pt x="1696480" y="-11367"/>
                  <a:pt x="1876349" y="0"/>
                </a:cubicBezTo>
                <a:cubicBezTo>
                  <a:pt x="2056218" y="11367"/>
                  <a:pt x="2193364" y="13433"/>
                  <a:pt x="2435962" y="0"/>
                </a:cubicBezTo>
                <a:cubicBezTo>
                  <a:pt x="2678560" y="-13433"/>
                  <a:pt x="3010901" y="-42367"/>
                  <a:pt x="3291840" y="0"/>
                </a:cubicBezTo>
                <a:cubicBezTo>
                  <a:pt x="3291758" y="4406"/>
                  <a:pt x="3291751" y="9982"/>
                  <a:pt x="3291840" y="18288"/>
                </a:cubicBezTo>
                <a:cubicBezTo>
                  <a:pt x="3108993" y="14228"/>
                  <a:pt x="2952658" y="46900"/>
                  <a:pt x="2666390" y="18288"/>
                </a:cubicBezTo>
                <a:cubicBezTo>
                  <a:pt x="2380122" y="-10324"/>
                  <a:pt x="2263855" y="41055"/>
                  <a:pt x="2040941" y="18288"/>
                </a:cubicBezTo>
                <a:cubicBezTo>
                  <a:pt x="1818027" y="-4479"/>
                  <a:pt x="1675097" y="6509"/>
                  <a:pt x="1415491" y="18288"/>
                </a:cubicBezTo>
                <a:cubicBezTo>
                  <a:pt x="1155885" y="30068"/>
                  <a:pt x="852976" y="36210"/>
                  <a:pt x="691286" y="18288"/>
                </a:cubicBezTo>
                <a:cubicBezTo>
                  <a:pt x="529596" y="366"/>
                  <a:pt x="187183" y="13912"/>
                  <a:pt x="0" y="18288"/>
                </a:cubicBezTo>
                <a:cubicBezTo>
                  <a:pt x="189" y="14288"/>
                  <a:pt x="-703" y="374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Рисунок 4" descr="Зображення, що містить текст, схема, знімок екрана, дизайн&#10;&#10;Автоматично згенерований опис">
            <a:extLst>
              <a:ext uri="{FF2B5EF4-FFF2-40B4-BE49-F238E27FC236}">
                <a16:creationId xmlns:a16="http://schemas.microsoft.com/office/drawing/2014/main" id="{3A716563-56BC-01AA-5620-79BA0120C59C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91585" y="2059128"/>
            <a:ext cx="1937537" cy="4189272"/>
          </a:xfrm>
          <a:prstGeom prst="rect">
            <a:avLst/>
          </a:prstGeom>
        </p:spPr>
      </p:pic>
      <p:pic>
        <p:nvPicPr>
          <p:cNvPr id="4" name="Рисунок 3" descr="Зображення, що містить текст, знімок екрана, дизайн&#10;&#10;Автоматично згенерований опис">
            <a:extLst>
              <a:ext uri="{FF2B5EF4-FFF2-40B4-BE49-F238E27FC236}">
                <a16:creationId xmlns:a16="http://schemas.microsoft.com/office/drawing/2014/main" id="{925F5845-A3B2-F2D2-4A79-3E534219CF96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62879" y="2059128"/>
            <a:ext cx="1937538" cy="4189272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016B7F-9090-52CB-1869-DCEB8969E4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7BB42A-2F35-4D17-9702-336F4545CB24}" type="slidenum">
              <a:rPr lang="uk-UA" smtClean="0"/>
              <a:t>20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78589099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C4879EFC-8E62-4E00-973C-C45EE9EC67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114E481-3DE8-2B6E-689F-9C4804AA62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881" y="457200"/>
            <a:ext cx="10909640" cy="136861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6600"/>
              <a:t>Сторінка “Ком’юніті”</a:t>
            </a:r>
          </a:p>
        </p:txBody>
      </p:sp>
      <p:sp>
        <p:nvSpPr>
          <p:cNvPr id="12" name="sketch line">
            <a:extLst>
              <a:ext uri="{FF2B5EF4-FFF2-40B4-BE49-F238E27FC236}">
                <a16:creationId xmlns:a16="http://schemas.microsoft.com/office/drawing/2014/main" id="{D6A9C53F-5F90-40A5-8C85-5412D39C8C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50080" y="1850683"/>
            <a:ext cx="3291840" cy="18288"/>
          </a:xfrm>
          <a:custGeom>
            <a:avLst/>
            <a:gdLst>
              <a:gd name="csX0" fmla="*/ 0 w 3291840"/>
              <a:gd name="csY0" fmla="*/ 0 h 18288"/>
              <a:gd name="csX1" fmla="*/ 658368 w 3291840"/>
              <a:gd name="csY1" fmla="*/ 0 h 18288"/>
              <a:gd name="csX2" fmla="*/ 1283818 w 3291840"/>
              <a:gd name="csY2" fmla="*/ 0 h 18288"/>
              <a:gd name="csX3" fmla="*/ 1909267 w 3291840"/>
              <a:gd name="csY3" fmla="*/ 0 h 18288"/>
              <a:gd name="csX4" fmla="*/ 2633472 w 3291840"/>
              <a:gd name="csY4" fmla="*/ 0 h 18288"/>
              <a:gd name="csX5" fmla="*/ 3291840 w 3291840"/>
              <a:gd name="csY5" fmla="*/ 0 h 18288"/>
              <a:gd name="csX6" fmla="*/ 3291840 w 3291840"/>
              <a:gd name="csY6" fmla="*/ 18288 h 18288"/>
              <a:gd name="csX7" fmla="*/ 2633472 w 3291840"/>
              <a:gd name="csY7" fmla="*/ 18288 h 18288"/>
              <a:gd name="csX8" fmla="*/ 2073859 w 3291840"/>
              <a:gd name="csY8" fmla="*/ 18288 h 18288"/>
              <a:gd name="csX9" fmla="*/ 1448410 w 3291840"/>
              <a:gd name="csY9" fmla="*/ 18288 h 18288"/>
              <a:gd name="csX10" fmla="*/ 822960 w 3291840"/>
              <a:gd name="csY10" fmla="*/ 18288 h 18288"/>
              <a:gd name="csX11" fmla="*/ 0 w 3291840"/>
              <a:gd name="csY11" fmla="*/ 18288 h 18288"/>
              <a:gd name="csX12" fmla="*/ 0 w 3291840"/>
              <a:gd name="csY12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3291840" h="18288" fill="none" extrusionOk="0">
                <a:moveTo>
                  <a:pt x="0" y="0"/>
                </a:moveTo>
                <a:cubicBezTo>
                  <a:pt x="173077" y="-20031"/>
                  <a:pt x="443104" y="6424"/>
                  <a:pt x="658368" y="0"/>
                </a:cubicBezTo>
                <a:cubicBezTo>
                  <a:pt x="873632" y="-6424"/>
                  <a:pt x="1034028" y="11764"/>
                  <a:pt x="1283818" y="0"/>
                </a:cubicBezTo>
                <a:cubicBezTo>
                  <a:pt x="1533608" y="-11764"/>
                  <a:pt x="1691227" y="-30112"/>
                  <a:pt x="1909267" y="0"/>
                </a:cubicBezTo>
                <a:cubicBezTo>
                  <a:pt x="2127307" y="30112"/>
                  <a:pt x="2272465" y="-18735"/>
                  <a:pt x="2633472" y="0"/>
                </a:cubicBezTo>
                <a:cubicBezTo>
                  <a:pt x="2994479" y="18735"/>
                  <a:pt x="3023324" y="-32030"/>
                  <a:pt x="3291840" y="0"/>
                </a:cubicBezTo>
                <a:cubicBezTo>
                  <a:pt x="3291406" y="7551"/>
                  <a:pt x="3291373" y="9822"/>
                  <a:pt x="3291840" y="18288"/>
                </a:cubicBezTo>
                <a:cubicBezTo>
                  <a:pt x="3048445" y="38989"/>
                  <a:pt x="2846548" y="-14400"/>
                  <a:pt x="2633472" y="18288"/>
                </a:cubicBezTo>
                <a:cubicBezTo>
                  <a:pt x="2420396" y="50976"/>
                  <a:pt x="2304099" y="6336"/>
                  <a:pt x="2073859" y="18288"/>
                </a:cubicBezTo>
                <a:cubicBezTo>
                  <a:pt x="1843619" y="30240"/>
                  <a:pt x="1706926" y="10778"/>
                  <a:pt x="1448410" y="18288"/>
                </a:cubicBezTo>
                <a:cubicBezTo>
                  <a:pt x="1189894" y="25798"/>
                  <a:pt x="1002278" y="8992"/>
                  <a:pt x="822960" y="18288"/>
                </a:cubicBezTo>
                <a:cubicBezTo>
                  <a:pt x="643642" y="27585"/>
                  <a:pt x="307039" y="38051"/>
                  <a:pt x="0" y="18288"/>
                </a:cubicBezTo>
                <a:cubicBezTo>
                  <a:pt x="60" y="11696"/>
                  <a:pt x="66" y="3758"/>
                  <a:pt x="0" y="0"/>
                </a:cubicBezTo>
                <a:close/>
              </a:path>
              <a:path w="3291840" h="18288" stroke="0" extrusionOk="0">
                <a:moveTo>
                  <a:pt x="0" y="0"/>
                </a:moveTo>
                <a:cubicBezTo>
                  <a:pt x="195850" y="28018"/>
                  <a:pt x="434891" y="17390"/>
                  <a:pt x="592531" y="0"/>
                </a:cubicBezTo>
                <a:cubicBezTo>
                  <a:pt x="750171" y="-17390"/>
                  <a:pt x="1018709" y="32200"/>
                  <a:pt x="1316736" y="0"/>
                </a:cubicBezTo>
                <a:cubicBezTo>
                  <a:pt x="1614763" y="-32200"/>
                  <a:pt x="1696480" y="-11367"/>
                  <a:pt x="1876349" y="0"/>
                </a:cubicBezTo>
                <a:cubicBezTo>
                  <a:pt x="2056218" y="11367"/>
                  <a:pt x="2193364" y="13433"/>
                  <a:pt x="2435962" y="0"/>
                </a:cubicBezTo>
                <a:cubicBezTo>
                  <a:pt x="2678560" y="-13433"/>
                  <a:pt x="3010901" y="-42367"/>
                  <a:pt x="3291840" y="0"/>
                </a:cubicBezTo>
                <a:cubicBezTo>
                  <a:pt x="3291758" y="4406"/>
                  <a:pt x="3291751" y="9982"/>
                  <a:pt x="3291840" y="18288"/>
                </a:cubicBezTo>
                <a:cubicBezTo>
                  <a:pt x="3108993" y="14228"/>
                  <a:pt x="2952658" y="46900"/>
                  <a:pt x="2666390" y="18288"/>
                </a:cubicBezTo>
                <a:cubicBezTo>
                  <a:pt x="2380122" y="-10324"/>
                  <a:pt x="2263855" y="41055"/>
                  <a:pt x="2040941" y="18288"/>
                </a:cubicBezTo>
                <a:cubicBezTo>
                  <a:pt x="1818027" y="-4479"/>
                  <a:pt x="1675097" y="6509"/>
                  <a:pt x="1415491" y="18288"/>
                </a:cubicBezTo>
                <a:cubicBezTo>
                  <a:pt x="1155885" y="30068"/>
                  <a:pt x="852976" y="36210"/>
                  <a:pt x="691286" y="18288"/>
                </a:cubicBezTo>
                <a:cubicBezTo>
                  <a:pt x="529596" y="366"/>
                  <a:pt x="187183" y="13912"/>
                  <a:pt x="0" y="18288"/>
                </a:cubicBezTo>
                <a:cubicBezTo>
                  <a:pt x="189" y="14288"/>
                  <a:pt x="-703" y="374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Рисунок 3" descr="Зображення, що містить текст, знімок екрана, дизайн&#10;&#10;Автоматично згенерований опис">
            <a:extLst>
              <a:ext uri="{FF2B5EF4-FFF2-40B4-BE49-F238E27FC236}">
                <a16:creationId xmlns:a16="http://schemas.microsoft.com/office/drawing/2014/main" id="{8BB4EC92-4EED-DF0F-C29A-ECFCED6FD68B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46435" y="2038095"/>
            <a:ext cx="1947266" cy="4210305"/>
          </a:xfrm>
          <a:prstGeom prst="rect">
            <a:avLst/>
          </a:prstGeom>
        </p:spPr>
      </p:pic>
      <p:pic>
        <p:nvPicPr>
          <p:cNvPr id="5" name="Рисунок 4" descr="Зображення, що містить текст, знімок екрана, дизайн&#10;&#10;Автоматично згенерований опис">
            <a:extLst>
              <a:ext uri="{FF2B5EF4-FFF2-40B4-BE49-F238E27FC236}">
                <a16:creationId xmlns:a16="http://schemas.microsoft.com/office/drawing/2014/main" id="{34BF1EAC-421A-880B-0D0D-20D29F862B5B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60155" y="2038095"/>
            <a:ext cx="1947266" cy="4210305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5F47E7-5F3E-7D4A-3B30-AD91AFD62E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7BB42A-2F35-4D17-9702-336F4545CB24}" type="slidenum">
              <a:rPr lang="uk-UA" smtClean="0"/>
              <a:t>21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29313590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7C98A213-5994-475E-B327-DC6EC27FBA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39A2F75-E961-5BCB-EF7F-67A0538E16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881" y="670218"/>
            <a:ext cx="10909640" cy="106583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6600" dirty="0" err="1"/>
              <a:t>Створення</a:t>
            </a:r>
            <a:r>
              <a:rPr lang="en-US" sz="6600" dirty="0"/>
              <a:t> </a:t>
            </a:r>
            <a:r>
              <a:rPr lang="en-US" sz="6600" dirty="0" err="1"/>
              <a:t>бажання</a:t>
            </a:r>
            <a:endParaRPr lang="en-US" sz="6600" dirty="0"/>
          </a:p>
        </p:txBody>
      </p:sp>
      <p:sp>
        <p:nvSpPr>
          <p:cNvPr id="13" name="sketch line">
            <a:extLst>
              <a:ext uri="{FF2B5EF4-FFF2-40B4-BE49-F238E27FC236}">
                <a16:creationId xmlns:a16="http://schemas.microsoft.com/office/drawing/2014/main" id="{4B030A0D-0DAD-4A99-89BB-419527D6A6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389376" y="1800088"/>
            <a:ext cx="5410200" cy="18288"/>
          </a:xfrm>
          <a:custGeom>
            <a:avLst/>
            <a:gdLst>
              <a:gd name="csX0" fmla="*/ 0 w 5410200"/>
              <a:gd name="csY0" fmla="*/ 0 h 18288"/>
              <a:gd name="csX1" fmla="*/ 568071 w 5410200"/>
              <a:gd name="csY1" fmla="*/ 0 h 18288"/>
              <a:gd name="csX2" fmla="*/ 1298448 w 5410200"/>
              <a:gd name="csY2" fmla="*/ 0 h 18288"/>
              <a:gd name="csX3" fmla="*/ 1920621 w 5410200"/>
              <a:gd name="csY3" fmla="*/ 0 h 18288"/>
              <a:gd name="csX4" fmla="*/ 2488692 w 5410200"/>
              <a:gd name="csY4" fmla="*/ 0 h 18288"/>
              <a:gd name="csX5" fmla="*/ 3219069 w 5410200"/>
              <a:gd name="csY5" fmla="*/ 0 h 18288"/>
              <a:gd name="csX6" fmla="*/ 3895344 w 5410200"/>
              <a:gd name="csY6" fmla="*/ 0 h 18288"/>
              <a:gd name="csX7" fmla="*/ 4571619 w 5410200"/>
              <a:gd name="csY7" fmla="*/ 0 h 18288"/>
              <a:gd name="csX8" fmla="*/ 5410200 w 5410200"/>
              <a:gd name="csY8" fmla="*/ 0 h 18288"/>
              <a:gd name="csX9" fmla="*/ 5410200 w 5410200"/>
              <a:gd name="csY9" fmla="*/ 18288 h 18288"/>
              <a:gd name="csX10" fmla="*/ 4842129 w 5410200"/>
              <a:gd name="csY10" fmla="*/ 18288 h 18288"/>
              <a:gd name="csX11" fmla="*/ 4328160 w 5410200"/>
              <a:gd name="csY11" fmla="*/ 18288 h 18288"/>
              <a:gd name="csX12" fmla="*/ 3597783 w 5410200"/>
              <a:gd name="csY12" fmla="*/ 18288 h 18288"/>
              <a:gd name="csX13" fmla="*/ 3029712 w 5410200"/>
              <a:gd name="csY13" fmla="*/ 18288 h 18288"/>
              <a:gd name="csX14" fmla="*/ 2299335 w 5410200"/>
              <a:gd name="csY14" fmla="*/ 18288 h 18288"/>
              <a:gd name="csX15" fmla="*/ 1514856 w 5410200"/>
              <a:gd name="csY15" fmla="*/ 18288 h 18288"/>
              <a:gd name="csX16" fmla="*/ 892683 w 5410200"/>
              <a:gd name="csY16" fmla="*/ 18288 h 18288"/>
              <a:gd name="csX17" fmla="*/ 0 w 5410200"/>
              <a:gd name="csY17" fmla="*/ 18288 h 18288"/>
              <a:gd name="csX18" fmla="*/ 0 w 5410200"/>
              <a:gd name="csY18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</a:cxnLst>
            <a:rect l="l" t="t" r="r" b="b"/>
            <a:pathLst>
              <a:path w="5410200" h="18288" fill="none" extrusionOk="0">
                <a:moveTo>
                  <a:pt x="0" y="0"/>
                </a:moveTo>
                <a:cubicBezTo>
                  <a:pt x="163050" y="-18707"/>
                  <a:pt x="319321" y="-16364"/>
                  <a:pt x="568071" y="0"/>
                </a:cubicBezTo>
                <a:cubicBezTo>
                  <a:pt x="816821" y="16364"/>
                  <a:pt x="1013224" y="-7268"/>
                  <a:pt x="1298448" y="0"/>
                </a:cubicBezTo>
                <a:cubicBezTo>
                  <a:pt x="1583672" y="7268"/>
                  <a:pt x="1631711" y="-3367"/>
                  <a:pt x="1920621" y="0"/>
                </a:cubicBezTo>
                <a:cubicBezTo>
                  <a:pt x="2209531" y="3367"/>
                  <a:pt x="2364420" y="-19184"/>
                  <a:pt x="2488692" y="0"/>
                </a:cubicBezTo>
                <a:cubicBezTo>
                  <a:pt x="2612964" y="19184"/>
                  <a:pt x="3023298" y="-34627"/>
                  <a:pt x="3219069" y="0"/>
                </a:cubicBezTo>
                <a:cubicBezTo>
                  <a:pt x="3414840" y="34627"/>
                  <a:pt x="3656810" y="24043"/>
                  <a:pt x="3895344" y="0"/>
                </a:cubicBezTo>
                <a:cubicBezTo>
                  <a:pt x="4133879" y="-24043"/>
                  <a:pt x="4393984" y="-19577"/>
                  <a:pt x="4571619" y="0"/>
                </a:cubicBezTo>
                <a:cubicBezTo>
                  <a:pt x="4749255" y="19577"/>
                  <a:pt x="5179928" y="-6281"/>
                  <a:pt x="5410200" y="0"/>
                </a:cubicBezTo>
                <a:cubicBezTo>
                  <a:pt x="5410730" y="6954"/>
                  <a:pt x="5410934" y="12839"/>
                  <a:pt x="5410200" y="18288"/>
                </a:cubicBezTo>
                <a:cubicBezTo>
                  <a:pt x="5139060" y="6751"/>
                  <a:pt x="5121593" y="31035"/>
                  <a:pt x="4842129" y="18288"/>
                </a:cubicBezTo>
                <a:cubicBezTo>
                  <a:pt x="4562665" y="5541"/>
                  <a:pt x="4448273" y="9487"/>
                  <a:pt x="4328160" y="18288"/>
                </a:cubicBezTo>
                <a:cubicBezTo>
                  <a:pt x="4208047" y="27089"/>
                  <a:pt x="3760936" y="22567"/>
                  <a:pt x="3597783" y="18288"/>
                </a:cubicBezTo>
                <a:cubicBezTo>
                  <a:pt x="3434630" y="14009"/>
                  <a:pt x="3299718" y="33213"/>
                  <a:pt x="3029712" y="18288"/>
                </a:cubicBezTo>
                <a:cubicBezTo>
                  <a:pt x="2759706" y="3363"/>
                  <a:pt x="2640159" y="27394"/>
                  <a:pt x="2299335" y="18288"/>
                </a:cubicBezTo>
                <a:cubicBezTo>
                  <a:pt x="1958511" y="9182"/>
                  <a:pt x="1801186" y="28985"/>
                  <a:pt x="1514856" y="18288"/>
                </a:cubicBezTo>
                <a:cubicBezTo>
                  <a:pt x="1228526" y="7591"/>
                  <a:pt x="1063509" y="-5305"/>
                  <a:pt x="892683" y="18288"/>
                </a:cubicBezTo>
                <a:cubicBezTo>
                  <a:pt x="721857" y="41881"/>
                  <a:pt x="186945" y="-20897"/>
                  <a:pt x="0" y="18288"/>
                </a:cubicBezTo>
                <a:cubicBezTo>
                  <a:pt x="-570" y="9279"/>
                  <a:pt x="132" y="5100"/>
                  <a:pt x="0" y="0"/>
                </a:cubicBezTo>
                <a:close/>
              </a:path>
              <a:path w="5410200" h="18288" stroke="0" extrusionOk="0">
                <a:moveTo>
                  <a:pt x="0" y="0"/>
                </a:moveTo>
                <a:cubicBezTo>
                  <a:pt x="285096" y="-4925"/>
                  <a:pt x="376456" y="22268"/>
                  <a:pt x="622173" y="0"/>
                </a:cubicBezTo>
                <a:cubicBezTo>
                  <a:pt x="867890" y="-22268"/>
                  <a:pt x="1031392" y="7228"/>
                  <a:pt x="1136142" y="0"/>
                </a:cubicBezTo>
                <a:cubicBezTo>
                  <a:pt x="1240892" y="-7228"/>
                  <a:pt x="1561853" y="9877"/>
                  <a:pt x="1920621" y="0"/>
                </a:cubicBezTo>
                <a:cubicBezTo>
                  <a:pt x="2279389" y="-9877"/>
                  <a:pt x="2367255" y="19546"/>
                  <a:pt x="2542794" y="0"/>
                </a:cubicBezTo>
                <a:cubicBezTo>
                  <a:pt x="2718333" y="-19546"/>
                  <a:pt x="2866732" y="-22226"/>
                  <a:pt x="3164967" y="0"/>
                </a:cubicBezTo>
                <a:cubicBezTo>
                  <a:pt x="3463202" y="22226"/>
                  <a:pt x="3568055" y="-2765"/>
                  <a:pt x="3949446" y="0"/>
                </a:cubicBezTo>
                <a:cubicBezTo>
                  <a:pt x="4330837" y="2765"/>
                  <a:pt x="4287895" y="10557"/>
                  <a:pt x="4517517" y="0"/>
                </a:cubicBezTo>
                <a:cubicBezTo>
                  <a:pt x="4747139" y="-10557"/>
                  <a:pt x="5149588" y="8716"/>
                  <a:pt x="5410200" y="0"/>
                </a:cubicBezTo>
                <a:cubicBezTo>
                  <a:pt x="5409517" y="5414"/>
                  <a:pt x="5409480" y="12510"/>
                  <a:pt x="5410200" y="18288"/>
                </a:cubicBezTo>
                <a:cubicBezTo>
                  <a:pt x="5163327" y="41494"/>
                  <a:pt x="5008749" y="10693"/>
                  <a:pt x="4842129" y="18288"/>
                </a:cubicBezTo>
                <a:cubicBezTo>
                  <a:pt x="4675509" y="25883"/>
                  <a:pt x="4433401" y="-615"/>
                  <a:pt x="4165854" y="18288"/>
                </a:cubicBezTo>
                <a:cubicBezTo>
                  <a:pt x="3898308" y="37191"/>
                  <a:pt x="3809032" y="-8710"/>
                  <a:pt x="3543681" y="18288"/>
                </a:cubicBezTo>
                <a:cubicBezTo>
                  <a:pt x="3278330" y="45286"/>
                  <a:pt x="3073876" y="-15917"/>
                  <a:pt x="2759202" y="18288"/>
                </a:cubicBezTo>
                <a:cubicBezTo>
                  <a:pt x="2444528" y="52493"/>
                  <a:pt x="2204144" y="3372"/>
                  <a:pt x="1974723" y="18288"/>
                </a:cubicBezTo>
                <a:cubicBezTo>
                  <a:pt x="1745302" y="33204"/>
                  <a:pt x="1602335" y="31490"/>
                  <a:pt x="1406652" y="18288"/>
                </a:cubicBezTo>
                <a:cubicBezTo>
                  <a:pt x="1210969" y="5086"/>
                  <a:pt x="923948" y="3161"/>
                  <a:pt x="730377" y="18288"/>
                </a:cubicBezTo>
                <a:cubicBezTo>
                  <a:pt x="536806" y="33415"/>
                  <a:pt x="336496" y="-141"/>
                  <a:pt x="0" y="18288"/>
                </a:cubicBezTo>
                <a:cubicBezTo>
                  <a:pt x="-306" y="11061"/>
                  <a:pt x="-655" y="7751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Рисунок 3" descr="Зображення, що містить текст, знімок екрана, Шрифт, дизайн&#10;&#10;Автоматично згенерований опис">
            <a:extLst>
              <a:ext uri="{FF2B5EF4-FFF2-40B4-BE49-F238E27FC236}">
                <a16:creationId xmlns:a16="http://schemas.microsoft.com/office/drawing/2014/main" id="{3C3259D7-F26F-ED16-96C4-53DA81E8243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30256" y="1892552"/>
            <a:ext cx="1989290" cy="4301170"/>
          </a:xfrm>
          <a:prstGeom prst="rect">
            <a:avLst/>
          </a:prstGeom>
        </p:spPr>
      </p:pic>
      <p:pic>
        <p:nvPicPr>
          <p:cNvPr id="6" name="Рисунок 5" descr="Зображення, що містить текст, знімок екрана, Шрифт, дизайн&#10;&#10;Автоматично згенерований опис">
            <a:extLst>
              <a:ext uri="{FF2B5EF4-FFF2-40B4-BE49-F238E27FC236}">
                <a16:creationId xmlns:a16="http://schemas.microsoft.com/office/drawing/2014/main" id="{9A81A62D-FC84-511C-4DD7-4057CE885EC1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96720" y="1892552"/>
            <a:ext cx="1989290" cy="4301170"/>
          </a:xfrm>
          <a:prstGeom prst="rect">
            <a:avLst/>
          </a:prstGeom>
        </p:spPr>
      </p:pic>
      <p:pic>
        <p:nvPicPr>
          <p:cNvPr id="5" name="Рисунок 4" descr="Зображення, що містить текст, знімок екрана, Шрифт&#10;&#10;Автоматично згенерований опис">
            <a:extLst>
              <a:ext uri="{FF2B5EF4-FFF2-40B4-BE49-F238E27FC236}">
                <a16:creationId xmlns:a16="http://schemas.microsoft.com/office/drawing/2014/main" id="{5F378605-004C-7425-2589-19C9BBEB91D3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63792" y="1892552"/>
            <a:ext cx="1989290" cy="4301170"/>
          </a:xfrm>
          <a:prstGeom prst="rect">
            <a:avLst/>
          </a:prstGeom>
        </p:spPr>
      </p:pic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5473586-5589-0879-22F1-108347AF17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7BB42A-2F35-4D17-9702-336F4545CB24}" type="slidenum">
              <a:rPr lang="uk-UA" smtClean="0"/>
              <a:t>22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03348257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Рисунок 8" descr="Зображення, що містить текст, знімок екрана, Шрифт, дизайн&#10;&#10;Автоматично згенерований опис">
            <a:extLst>
              <a:ext uri="{FF2B5EF4-FFF2-40B4-BE49-F238E27FC236}">
                <a16:creationId xmlns:a16="http://schemas.microsoft.com/office/drawing/2014/main" id="{229A3684-3559-BB9E-DB26-479792C2CFD9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8331" y="1123527"/>
            <a:ext cx="2129720" cy="4604800"/>
          </a:xfrm>
          <a:prstGeom prst="rect">
            <a:avLst/>
          </a:prstGeom>
        </p:spPr>
      </p:pic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DCD67800-37AC-4E14-89B0-F79DCB3FB8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165600" y="1573887"/>
            <a:ext cx="0" cy="3710227"/>
          </a:xfrm>
          <a:prstGeom prst="line">
            <a:avLst/>
          </a:prstGeom>
          <a:ln w="19050">
            <a:solidFill>
              <a:srgbClr val="7F7F7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Рисунок 7" descr="Зображення, що містить текст, знімок екрана, Комп’ютерна миша, миша&#10;&#10;Автоматично згенерований опис">
            <a:extLst>
              <a:ext uri="{FF2B5EF4-FFF2-40B4-BE49-F238E27FC236}">
                <a16:creationId xmlns:a16="http://schemas.microsoft.com/office/drawing/2014/main" id="{4184AC34-09FA-4EB8-093F-CC50698FF6CD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14488" y="1123527"/>
            <a:ext cx="2129720" cy="4604800"/>
          </a:xfrm>
          <a:prstGeom prst="rect">
            <a:avLst/>
          </a:prstGeom>
        </p:spPr>
      </p:pic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20F1788F-A5AE-4188-8274-F7F2E3833E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995920" y="1573887"/>
            <a:ext cx="0" cy="3710227"/>
          </a:xfrm>
          <a:prstGeom prst="line">
            <a:avLst/>
          </a:prstGeom>
          <a:ln w="19050">
            <a:solidFill>
              <a:srgbClr val="7F7F7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Рисунок 9" descr="Зображення, що містить текст, знімок екрана, Веб-сайт, Веб-сторінка&#10;&#10;Автоматично згенерований опис">
            <a:extLst>
              <a:ext uri="{FF2B5EF4-FFF2-40B4-BE49-F238E27FC236}">
                <a16:creationId xmlns:a16="http://schemas.microsoft.com/office/drawing/2014/main" id="{6253600A-5963-61D7-0475-13B2EBEB4545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56036" y="1123528"/>
            <a:ext cx="2129720" cy="4604800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F615E58-ED39-8DC4-27FA-2749D4C902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7BB42A-2F35-4D17-9702-336F4545CB24}" type="slidenum">
              <a:rPr lang="uk-UA" smtClean="0"/>
              <a:t>23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416526401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 descr="Зображення, що містить текст, знімок екрана, Шрифт&#10;&#10;Автоматично згенерований опис">
            <a:extLst>
              <a:ext uri="{FF2B5EF4-FFF2-40B4-BE49-F238E27FC236}">
                <a16:creationId xmlns:a16="http://schemas.microsoft.com/office/drawing/2014/main" id="{2832D2E5-F4B1-8A03-D121-FEB2F7B074F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8331" y="1123527"/>
            <a:ext cx="2129720" cy="4604800"/>
          </a:xfrm>
          <a:prstGeom prst="rect">
            <a:avLst/>
          </a:prstGeom>
        </p:spPr>
      </p:pic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DCD67800-37AC-4E14-89B0-F79DCB3FB8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165600" y="1573887"/>
            <a:ext cx="0" cy="3710227"/>
          </a:xfrm>
          <a:prstGeom prst="line">
            <a:avLst/>
          </a:prstGeom>
          <a:ln w="19050">
            <a:solidFill>
              <a:srgbClr val="7F7F7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Рисунок 5" descr="Зображення, що містить текст, знімок екрана, лист, ескіз&#10;&#10;Автоматично згенерований опис">
            <a:extLst>
              <a:ext uri="{FF2B5EF4-FFF2-40B4-BE49-F238E27FC236}">
                <a16:creationId xmlns:a16="http://schemas.microsoft.com/office/drawing/2014/main" id="{215BBB9A-BE78-9537-AD71-36E3F3FD9A0E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14488" y="1123527"/>
            <a:ext cx="2129720" cy="4604800"/>
          </a:xfrm>
          <a:prstGeom prst="rect">
            <a:avLst/>
          </a:prstGeom>
        </p:spPr>
      </p:pic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20F1788F-A5AE-4188-8274-F7F2E3833E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995920" y="1573887"/>
            <a:ext cx="0" cy="3710227"/>
          </a:xfrm>
          <a:prstGeom prst="line">
            <a:avLst/>
          </a:prstGeom>
          <a:ln w="19050">
            <a:solidFill>
              <a:srgbClr val="7F7F7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Рисунок 3" descr="Зображення, що містить текст, знімок екрана, Шрифт&#10;&#10;Автоматично згенерований опис">
            <a:extLst>
              <a:ext uri="{FF2B5EF4-FFF2-40B4-BE49-F238E27FC236}">
                <a16:creationId xmlns:a16="http://schemas.microsoft.com/office/drawing/2014/main" id="{A72E00FA-C7E3-4B22-A361-EEEBD6DF995F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56036" y="1123528"/>
            <a:ext cx="2129720" cy="4604800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B7DFB31-024F-E896-6E2D-C0F5F47283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7BB42A-2F35-4D17-9702-336F4545CB24}" type="slidenum">
              <a:rPr lang="uk-UA" smtClean="0"/>
              <a:t>24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39025421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8">
            <a:extLst>
              <a:ext uri="{FF2B5EF4-FFF2-40B4-BE49-F238E27FC236}">
                <a16:creationId xmlns:a16="http://schemas.microsoft.com/office/drawing/2014/main" id="{8A94871E-96FC-4ADE-815B-41A636E34F1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CA87216-91AD-199B-648F-3A062BE3EC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320040"/>
            <a:ext cx="6692827" cy="3892669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66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Профіль користувача</a:t>
            </a:r>
          </a:p>
        </p:txBody>
      </p:sp>
      <p:sp>
        <p:nvSpPr>
          <p:cNvPr id="14" name="sketch line">
            <a:extLst>
              <a:ext uri="{FF2B5EF4-FFF2-40B4-BE49-F238E27FC236}">
                <a16:creationId xmlns:a16="http://schemas.microsoft.com/office/drawing/2014/main" id="{3FCFB1DE-0B7E-48CC-BA90-B2AB0889F9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14562" y="4409267"/>
            <a:ext cx="4243589" cy="18288"/>
          </a:xfrm>
          <a:custGeom>
            <a:avLst/>
            <a:gdLst>
              <a:gd name="csX0" fmla="*/ 0 w 4243589"/>
              <a:gd name="csY0" fmla="*/ 0 h 18288"/>
              <a:gd name="csX1" fmla="*/ 563791 w 4243589"/>
              <a:gd name="csY1" fmla="*/ 0 h 18288"/>
              <a:gd name="csX2" fmla="*/ 1042710 w 4243589"/>
              <a:gd name="csY2" fmla="*/ 0 h 18288"/>
              <a:gd name="csX3" fmla="*/ 1564066 w 4243589"/>
              <a:gd name="csY3" fmla="*/ 0 h 18288"/>
              <a:gd name="csX4" fmla="*/ 2212729 w 4243589"/>
              <a:gd name="csY4" fmla="*/ 0 h 18288"/>
              <a:gd name="csX5" fmla="*/ 2776520 w 4243589"/>
              <a:gd name="csY5" fmla="*/ 0 h 18288"/>
              <a:gd name="csX6" fmla="*/ 3297875 w 4243589"/>
              <a:gd name="csY6" fmla="*/ 0 h 18288"/>
              <a:gd name="csX7" fmla="*/ 4243589 w 4243589"/>
              <a:gd name="csY7" fmla="*/ 0 h 18288"/>
              <a:gd name="csX8" fmla="*/ 4243589 w 4243589"/>
              <a:gd name="csY8" fmla="*/ 18288 h 18288"/>
              <a:gd name="csX9" fmla="*/ 3637362 w 4243589"/>
              <a:gd name="csY9" fmla="*/ 18288 h 18288"/>
              <a:gd name="csX10" fmla="*/ 3116007 w 4243589"/>
              <a:gd name="csY10" fmla="*/ 18288 h 18288"/>
              <a:gd name="csX11" fmla="*/ 2424908 w 4243589"/>
              <a:gd name="csY11" fmla="*/ 18288 h 18288"/>
              <a:gd name="csX12" fmla="*/ 1861117 w 4243589"/>
              <a:gd name="csY12" fmla="*/ 18288 h 18288"/>
              <a:gd name="csX13" fmla="*/ 1382198 w 4243589"/>
              <a:gd name="csY13" fmla="*/ 18288 h 18288"/>
              <a:gd name="csX14" fmla="*/ 733535 w 4243589"/>
              <a:gd name="csY14" fmla="*/ 18288 h 18288"/>
              <a:gd name="csX15" fmla="*/ 0 w 4243589"/>
              <a:gd name="csY15" fmla="*/ 18288 h 18288"/>
              <a:gd name="csX16" fmla="*/ 0 w 4243589"/>
              <a:gd name="csY16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4243589" h="18288" fill="none" extrusionOk="0">
                <a:moveTo>
                  <a:pt x="0" y="0"/>
                </a:moveTo>
                <a:cubicBezTo>
                  <a:pt x="157351" y="-15653"/>
                  <a:pt x="378877" y="-5828"/>
                  <a:pt x="563791" y="0"/>
                </a:cubicBezTo>
                <a:cubicBezTo>
                  <a:pt x="748705" y="5828"/>
                  <a:pt x="905659" y="-5525"/>
                  <a:pt x="1042710" y="0"/>
                </a:cubicBezTo>
                <a:cubicBezTo>
                  <a:pt x="1179761" y="5525"/>
                  <a:pt x="1356845" y="-21288"/>
                  <a:pt x="1564066" y="0"/>
                </a:cubicBezTo>
                <a:cubicBezTo>
                  <a:pt x="1771287" y="21288"/>
                  <a:pt x="1912099" y="25135"/>
                  <a:pt x="2212729" y="0"/>
                </a:cubicBezTo>
                <a:cubicBezTo>
                  <a:pt x="2513359" y="-25135"/>
                  <a:pt x="2514918" y="-27119"/>
                  <a:pt x="2776520" y="0"/>
                </a:cubicBezTo>
                <a:cubicBezTo>
                  <a:pt x="3038122" y="27119"/>
                  <a:pt x="3178771" y="18116"/>
                  <a:pt x="3297875" y="0"/>
                </a:cubicBezTo>
                <a:cubicBezTo>
                  <a:pt x="3416980" y="-18116"/>
                  <a:pt x="4012240" y="-40869"/>
                  <a:pt x="4243589" y="0"/>
                </a:cubicBezTo>
                <a:cubicBezTo>
                  <a:pt x="4243987" y="7429"/>
                  <a:pt x="4243569" y="10822"/>
                  <a:pt x="4243589" y="18288"/>
                </a:cubicBezTo>
                <a:cubicBezTo>
                  <a:pt x="4112949" y="-2855"/>
                  <a:pt x="3928037" y="1831"/>
                  <a:pt x="3637362" y="18288"/>
                </a:cubicBezTo>
                <a:cubicBezTo>
                  <a:pt x="3346687" y="34745"/>
                  <a:pt x="3254446" y="26669"/>
                  <a:pt x="3116007" y="18288"/>
                </a:cubicBezTo>
                <a:cubicBezTo>
                  <a:pt x="2977569" y="9907"/>
                  <a:pt x="2620228" y="28873"/>
                  <a:pt x="2424908" y="18288"/>
                </a:cubicBezTo>
                <a:cubicBezTo>
                  <a:pt x="2229588" y="7703"/>
                  <a:pt x="2088287" y="-3854"/>
                  <a:pt x="1861117" y="18288"/>
                </a:cubicBezTo>
                <a:cubicBezTo>
                  <a:pt x="1633947" y="40430"/>
                  <a:pt x="1502447" y="-871"/>
                  <a:pt x="1382198" y="18288"/>
                </a:cubicBezTo>
                <a:cubicBezTo>
                  <a:pt x="1261949" y="37447"/>
                  <a:pt x="1045440" y="28353"/>
                  <a:pt x="733535" y="18288"/>
                </a:cubicBezTo>
                <a:cubicBezTo>
                  <a:pt x="421630" y="8223"/>
                  <a:pt x="341257" y="-18359"/>
                  <a:pt x="0" y="18288"/>
                </a:cubicBezTo>
                <a:cubicBezTo>
                  <a:pt x="-591" y="13205"/>
                  <a:pt x="-663" y="6329"/>
                  <a:pt x="0" y="0"/>
                </a:cubicBezTo>
                <a:close/>
              </a:path>
              <a:path w="4243589" h="18288" stroke="0" extrusionOk="0">
                <a:moveTo>
                  <a:pt x="0" y="0"/>
                </a:moveTo>
                <a:cubicBezTo>
                  <a:pt x="128164" y="17204"/>
                  <a:pt x="312653" y="1129"/>
                  <a:pt x="563791" y="0"/>
                </a:cubicBezTo>
                <a:cubicBezTo>
                  <a:pt x="814929" y="-1129"/>
                  <a:pt x="837271" y="8503"/>
                  <a:pt x="1042710" y="0"/>
                </a:cubicBezTo>
                <a:cubicBezTo>
                  <a:pt x="1248149" y="-8503"/>
                  <a:pt x="1588432" y="-28862"/>
                  <a:pt x="1733809" y="0"/>
                </a:cubicBezTo>
                <a:cubicBezTo>
                  <a:pt x="1879186" y="28862"/>
                  <a:pt x="2052815" y="5974"/>
                  <a:pt x="2297600" y="0"/>
                </a:cubicBezTo>
                <a:cubicBezTo>
                  <a:pt x="2542385" y="-5974"/>
                  <a:pt x="2699960" y="-23550"/>
                  <a:pt x="2861391" y="0"/>
                </a:cubicBezTo>
                <a:cubicBezTo>
                  <a:pt x="3022822" y="23550"/>
                  <a:pt x="3390411" y="25272"/>
                  <a:pt x="3552490" y="0"/>
                </a:cubicBezTo>
                <a:cubicBezTo>
                  <a:pt x="3714569" y="-25272"/>
                  <a:pt x="3950585" y="-31327"/>
                  <a:pt x="4243589" y="0"/>
                </a:cubicBezTo>
                <a:cubicBezTo>
                  <a:pt x="4242703" y="5429"/>
                  <a:pt x="4244410" y="14046"/>
                  <a:pt x="4243589" y="18288"/>
                </a:cubicBezTo>
                <a:cubicBezTo>
                  <a:pt x="4130424" y="-1240"/>
                  <a:pt x="3932803" y="42249"/>
                  <a:pt x="3722234" y="18288"/>
                </a:cubicBezTo>
                <a:cubicBezTo>
                  <a:pt x="3511665" y="-5673"/>
                  <a:pt x="3269903" y="45994"/>
                  <a:pt x="3116007" y="18288"/>
                </a:cubicBezTo>
                <a:cubicBezTo>
                  <a:pt x="2962111" y="-9418"/>
                  <a:pt x="2744280" y="23224"/>
                  <a:pt x="2509780" y="18288"/>
                </a:cubicBezTo>
                <a:cubicBezTo>
                  <a:pt x="2275280" y="13352"/>
                  <a:pt x="2066059" y="43664"/>
                  <a:pt x="1945989" y="18288"/>
                </a:cubicBezTo>
                <a:cubicBezTo>
                  <a:pt x="1825919" y="-7088"/>
                  <a:pt x="1407329" y="12616"/>
                  <a:pt x="1254890" y="18288"/>
                </a:cubicBezTo>
                <a:cubicBezTo>
                  <a:pt x="1102451" y="23960"/>
                  <a:pt x="837950" y="31673"/>
                  <a:pt x="563791" y="18288"/>
                </a:cubicBezTo>
                <a:cubicBezTo>
                  <a:pt x="289632" y="4903"/>
                  <a:pt x="132768" y="7105"/>
                  <a:pt x="0" y="18288"/>
                </a:cubicBezTo>
                <a:cubicBezTo>
                  <a:pt x="668" y="13665"/>
                  <a:pt x="578" y="5675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Рисунок 3" descr="Зображення, що містить текст, знімок екрана, Шрифт, число&#10;&#10;Автоматично згенерований опис">
            <a:extLst>
              <a:ext uri="{FF2B5EF4-FFF2-40B4-BE49-F238E27FC236}">
                <a16:creationId xmlns:a16="http://schemas.microsoft.com/office/drawing/2014/main" id="{6BD8DDBE-B039-6CA7-7528-8E0DA6C0E4C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33851" y="320040"/>
            <a:ext cx="2751466" cy="5981446"/>
          </a:xfrm>
          <a:prstGeom prst="rect">
            <a:avLst/>
          </a:prstGeo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F951EC3-0FAE-C7E8-74A0-4516FF2485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7BB42A-2F35-4D17-9702-336F4545CB24}" type="slidenum">
              <a:rPr lang="uk-UA" smtClean="0"/>
              <a:t>25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91356903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337940BB-FBC4-492E-BD92-3B7B914D0E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BF97109-D78F-473B-A303-7CD7EFA978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53988" y="320041"/>
            <a:ext cx="6707084" cy="3892668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66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Сторінка налаштувань</a:t>
            </a:r>
          </a:p>
        </p:txBody>
      </p:sp>
      <p:pic>
        <p:nvPicPr>
          <p:cNvPr id="4" name="Рисунок 3" descr="Зображення, що містить текст, знімок екрана, Шрифт, число&#10;&#10;Автоматично згенерований опис">
            <a:extLst>
              <a:ext uri="{FF2B5EF4-FFF2-40B4-BE49-F238E27FC236}">
                <a16:creationId xmlns:a16="http://schemas.microsoft.com/office/drawing/2014/main" id="{F82E07F0-8C7F-3EB6-64B0-139B03B5385B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9399" y="320040"/>
            <a:ext cx="2728650" cy="5899785"/>
          </a:xfrm>
          <a:prstGeom prst="rect">
            <a:avLst/>
          </a:prstGeom>
        </p:spPr>
      </p:pic>
      <p:sp>
        <p:nvSpPr>
          <p:cNvPr id="11" name="sketch line">
            <a:extLst>
              <a:ext uri="{FF2B5EF4-FFF2-40B4-BE49-F238E27FC236}">
                <a16:creationId xmlns:a16="http://schemas.microsoft.com/office/drawing/2014/main" id="{3FCFB1DE-0B7E-48CC-BA90-B2AB0889F9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53987" y="4409267"/>
            <a:ext cx="4243589" cy="27432"/>
          </a:xfrm>
          <a:custGeom>
            <a:avLst/>
            <a:gdLst>
              <a:gd name="csX0" fmla="*/ 0 w 4243589"/>
              <a:gd name="csY0" fmla="*/ 0 h 27432"/>
              <a:gd name="csX1" fmla="*/ 563791 w 4243589"/>
              <a:gd name="csY1" fmla="*/ 0 h 27432"/>
              <a:gd name="csX2" fmla="*/ 1042710 w 4243589"/>
              <a:gd name="csY2" fmla="*/ 0 h 27432"/>
              <a:gd name="csX3" fmla="*/ 1564066 w 4243589"/>
              <a:gd name="csY3" fmla="*/ 0 h 27432"/>
              <a:gd name="csX4" fmla="*/ 2212729 w 4243589"/>
              <a:gd name="csY4" fmla="*/ 0 h 27432"/>
              <a:gd name="csX5" fmla="*/ 2776520 w 4243589"/>
              <a:gd name="csY5" fmla="*/ 0 h 27432"/>
              <a:gd name="csX6" fmla="*/ 3297875 w 4243589"/>
              <a:gd name="csY6" fmla="*/ 0 h 27432"/>
              <a:gd name="csX7" fmla="*/ 4243589 w 4243589"/>
              <a:gd name="csY7" fmla="*/ 0 h 27432"/>
              <a:gd name="csX8" fmla="*/ 4243589 w 4243589"/>
              <a:gd name="csY8" fmla="*/ 27432 h 27432"/>
              <a:gd name="csX9" fmla="*/ 3637362 w 4243589"/>
              <a:gd name="csY9" fmla="*/ 27432 h 27432"/>
              <a:gd name="csX10" fmla="*/ 3116007 w 4243589"/>
              <a:gd name="csY10" fmla="*/ 27432 h 27432"/>
              <a:gd name="csX11" fmla="*/ 2424908 w 4243589"/>
              <a:gd name="csY11" fmla="*/ 27432 h 27432"/>
              <a:gd name="csX12" fmla="*/ 1861117 w 4243589"/>
              <a:gd name="csY12" fmla="*/ 27432 h 27432"/>
              <a:gd name="csX13" fmla="*/ 1382198 w 4243589"/>
              <a:gd name="csY13" fmla="*/ 27432 h 27432"/>
              <a:gd name="csX14" fmla="*/ 733535 w 4243589"/>
              <a:gd name="csY14" fmla="*/ 27432 h 27432"/>
              <a:gd name="csX15" fmla="*/ 0 w 4243589"/>
              <a:gd name="csY15" fmla="*/ 27432 h 27432"/>
              <a:gd name="csX16" fmla="*/ 0 w 4243589"/>
              <a:gd name="csY16" fmla="*/ 0 h 2743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4243589" h="27432" fill="none" extrusionOk="0">
                <a:moveTo>
                  <a:pt x="0" y="0"/>
                </a:moveTo>
                <a:cubicBezTo>
                  <a:pt x="157351" y="-15653"/>
                  <a:pt x="378877" y="-5828"/>
                  <a:pt x="563791" y="0"/>
                </a:cubicBezTo>
                <a:cubicBezTo>
                  <a:pt x="748705" y="5828"/>
                  <a:pt x="905659" y="-5525"/>
                  <a:pt x="1042710" y="0"/>
                </a:cubicBezTo>
                <a:cubicBezTo>
                  <a:pt x="1179761" y="5525"/>
                  <a:pt x="1356845" y="-21288"/>
                  <a:pt x="1564066" y="0"/>
                </a:cubicBezTo>
                <a:cubicBezTo>
                  <a:pt x="1771287" y="21288"/>
                  <a:pt x="1912099" y="25135"/>
                  <a:pt x="2212729" y="0"/>
                </a:cubicBezTo>
                <a:cubicBezTo>
                  <a:pt x="2513359" y="-25135"/>
                  <a:pt x="2514918" y="-27119"/>
                  <a:pt x="2776520" y="0"/>
                </a:cubicBezTo>
                <a:cubicBezTo>
                  <a:pt x="3038122" y="27119"/>
                  <a:pt x="3178771" y="18116"/>
                  <a:pt x="3297875" y="0"/>
                </a:cubicBezTo>
                <a:cubicBezTo>
                  <a:pt x="3416980" y="-18116"/>
                  <a:pt x="4012240" y="-40869"/>
                  <a:pt x="4243589" y="0"/>
                </a:cubicBezTo>
                <a:cubicBezTo>
                  <a:pt x="4242616" y="8304"/>
                  <a:pt x="4243111" y="21512"/>
                  <a:pt x="4243589" y="27432"/>
                </a:cubicBezTo>
                <a:cubicBezTo>
                  <a:pt x="4112949" y="6289"/>
                  <a:pt x="3928037" y="10975"/>
                  <a:pt x="3637362" y="27432"/>
                </a:cubicBezTo>
                <a:cubicBezTo>
                  <a:pt x="3346687" y="43889"/>
                  <a:pt x="3254446" y="35813"/>
                  <a:pt x="3116007" y="27432"/>
                </a:cubicBezTo>
                <a:cubicBezTo>
                  <a:pt x="2977569" y="19051"/>
                  <a:pt x="2620228" y="38017"/>
                  <a:pt x="2424908" y="27432"/>
                </a:cubicBezTo>
                <a:cubicBezTo>
                  <a:pt x="2229588" y="16847"/>
                  <a:pt x="2088287" y="5290"/>
                  <a:pt x="1861117" y="27432"/>
                </a:cubicBezTo>
                <a:cubicBezTo>
                  <a:pt x="1633947" y="49574"/>
                  <a:pt x="1502447" y="8273"/>
                  <a:pt x="1382198" y="27432"/>
                </a:cubicBezTo>
                <a:cubicBezTo>
                  <a:pt x="1261949" y="46591"/>
                  <a:pt x="1045440" y="37497"/>
                  <a:pt x="733535" y="27432"/>
                </a:cubicBezTo>
                <a:cubicBezTo>
                  <a:pt x="421630" y="17367"/>
                  <a:pt x="341257" y="-9215"/>
                  <a:pt x="0" y="27432"/>
                </a:cubicBezTo>
                <a:cubicBezTo>
                  <a:pt x="-1048" y="14992"/>
                  <a:pt x="-1120" y="7447"/>
                  <a:pt x="0" y="0"/>
                </a:cubicBezTo>
                <a:close/>
              </a:path>
              <a:path w="4243589" h="27432" stroke="0" extrusionOk="0">
                <a:moveTo>
                  <a:pt x="0" y="0"/>
                </a:moveTo>
                <a:cubicBezTo>
                  <a:pt x="128164" y="17204"/>
                  <a:pt x="312653" y="1129"/>
                  <a:pt x="563791" y="0"/>
                </a:cubicBezTo>
                <a:cubicBezTo>
                  <a:pt x="814929" y="-1129"/>
                  <a:pt x="837271" y="8503"/>
                  <a:pt x="1042710" y="0"/>
                </a:cubicBezTo>
                <a:cubicBezTo>
                  <a:pt x="1248149" y="-8503"/>
                  <a:pt x="1588432" y="-28862"/>
                  <a:pt x="1733809" y="0"/>
                </a:cubicBezTo>
                <a:cubicBezTo>
                  <a:pt x="1879186" y="28862"/>
                  <a:pt x="2052815" y="5974"/>
                  <a:pt x="2297600" y="0"/>
                </a:cubicBezTo>
                <a:cubicBezTo>
                  <a:pt x="2542385" y="-5974"/>
                  <a:pt x="2699960" y="-23550"/>
                  <a:pt x="2861391" y="0"/>
                </a:cubicBezTo>
                <a:cubicBezTo>
                  <a:pt x="3022822" y="23550"/>
                  <a:pt x="3390411" y="25272"/>
                  <a:pt x="3552490" y="0"/>
                </a:cubicBezTo>
                <a:cubicBezTo>
                  <a:pt x="3714569" y="-25272"/>
                  <a:pt x="3950585" y="-31327"/>
                  <a:pt x="4243589" y="0"/>
                </a:cubicBezTo>
                <a:cubicBezTo>
                  <a:pt x="4244074" y="9333"/>
                  <a:pt x="4244867" y="19699"/>
                  <a:pt x="4243589" y="27432"/>
                </a:cubicBezTo>
                <a:cubicBezTo>
                  <a:pt x="4130424" y="7904"/>
                  <a:pt x="3932803" y="51393"/>
                  <a:pt x="3722234" y="27432"/>
                </a:cubicBezTo>
                <a:cubicBezTo>
                  <a:pt x="3511665" y="3471"/>
                  <a:pt x="3269903" y="55138"/>
                  <a:pt x="3116007" y="27432"/>
                </a:cubicBezTo>
                <a:cubicBezTo>
                  <a:pt x="2962111" y="-274"/>
                  <a:pt x="2744280" y="32368"/>
                  <a:pt x="2509780" y="27432"/>
                </a:cubicBezTo>
                <a:cubicBezTo>
                  <a:pt x="2275280" y="22496"/>
                  <a:pt x="2066059" y="52808"/>
                  <a:pt x="1945989" y="27432"/>
                </a:cubicBezTo>
                <a:cubicBezTo>
                  <a:pt x="1825919" y="2056"/>
                  <a:pt x="1407329" y="21760"/>
                  <a:pt x="1254890" y="27432"/>
                </a:cubicBezTo>
                <a:cubicBezTo>
                  <a:pt x="1102451" y="33104"/>
                  <a:pt x="837950" y="40817"/>
                  <a:pt x="563791" y="27432"/>
                </a:cubicBezTo>
                <a:cubicBezTo>
                  <a:pt x="289632" y="14047"/>
                  <a:pt x="132768" y="16249"/>
                  <a:pt x="0" y="27432"/>
                </a:cubicBezTo>
                <a:cubicBezTo>
                  <a:pt x="211" y="18145"/>
                  <a:pt x="120" y="648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6AE2B53-5A22-09F6-8C32-C9E76B3F98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7BB42A-2F35-4D17-9702-336F4545CB24}" type="slidenum">
              <a:rPr lang="uk-UA" smtClean="0"/>
              <a:t>26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52044080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665DBBEF-238B-476B-96AB-8AAC3224EC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EB6BCE6-F5F2-A278-ADFE-A53C1CA5B8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882" y="639193"/>
            <a:ext cx="3571810" cy="3573516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6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Сторінка редагування профілю</a:t>
            </a:r>
          </a:p>
        </p:txBody>
      </p:sp>
      <p:sp>
        <p:nvSpPr>
          <p:cNvPr id="11" name="sketch line">
            <a:extLst>
              <a:ext uri="{FF2B5EF4-FFF2-40B4-BE49-F238E27FC236}">
                <a16:creationId xmlns:a16="http://schemas.microsoft.com/office/drawing/2014/main" id="{3FCFB1DE-0B7E-48CC-BA90-B2AB0889F9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4409267"/>
            <a:ext cx="3255095" cy="18288"/>
          </a:xfrm>
          <a:custGeom>
            <a:avLst/>
            <a:gdLst>
              <a:gd name="csX0" fmla="*/ 0 w 3255095"/>
              <a:gd name="csY0" fmla="*/ 0 h 18288"/>
              <a:gd name="csX1" fmla="*/ 618468 w 3255095"/>
              <a:gd name="csY1" fmla="*/ 0 h 18288"/>
              <a:gd name="csX2" fmla="*/ 1269487 w 3255095"/>
              <a:gd name="csY2" fmla="*/ 0 h 18288"/>
              <a:gd name="csX3" fmla="*/ 1953057 w 3255095"/>
              <a:gd name="csY3" fmla="*/ 0 h 18288"/>
              <a:gd name="csX4" fmla="*/ 2636627 w 3255095"/>
              <a:gd name="csY4" fmla="*/ 0 h 18288"/>
              <a:gd name="csX5" fmla="*/ 3255095 w 3255095"/>
              <a:gd name="csY5" fmla="*/ 0 h 18288"/>
              <a:gd name="csX6" fmla="*/ 3255095 w 3255095"/>
              <a:gd name="csY6" fmla="*/ 18288 h 18288"/>
              <a:gd name="csX7" fmla="*/ 2538974 w 3255095"/>
              <a:gd name="csY7" fmla="*/ 18288 h 18288"/>
              <a:gd name="csX8" fmla="*/ 1822853 w 3255095"/>
              <a:gd name="csY8" fmla="*/ 18288 h 18288"/>
              <a:gd name="csX9" fmla="*/ 1171834 w 3255095"/>
              <a:gd name="csY9" fmla="*/ 18288 h 18288"/>
              <a:gd name="csX10" fmla="*/ 0 w 3255095"/>
              <a:gd name="csY10" fmla="*/ 18288 h 18288"/>
              <a:gd name="csX11" fmla="*/ 0 w 3255095"/>
              <a:gd name="csY11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Рисунок 3" descr="Зображення, що містить текст, знімок екрана, коло, схема&#10;&#10;Автоматично згенерований опис">
            <a:extLst>
              <a:ext uri="{FF2B5EF4-FFF2-40B4-BE49-F238E27FC236}">
                <a16:creationId xmlns:a16="http://schemas.microsoft.com/office/drawing/2014/main" id="{6A1158D2-1B2E-65CC-C2C0-4E1D32A43AD2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78072" y="640080"/>
            <a:ext cx="2567063" cy="5550408"/>
          </a:xfrm>
          <a:prstGeom prst="rect">
            <a:avLst/>
          </a:prstGeo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1E0A1A9-4B6C-C714-0313-4E3DD34DE1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7BB42A-2F35-4D17-9702-336F4545CB24}" type="slidenum">
              <a:rPr lang="uk-UA" smtClean="0"/>
              <a:t>27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73409997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7C98A213-5994-475E-B327-DC6EC27FBA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E5939CF-CBF6-5C72-0A6F-6E73C91D57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881" y="670218"/>
            <a:ext cx="10909640" cy="106583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6600"/>
              <a:t>Сторінки технічної підтримки</a:t>
            </a:r>
          </a:p>
        </p:txBody>
      </p:sp>
      <p:sp>
        <p:nvSpPr>
          <p:cNvPr id="14" name="sketch line">
            <a:extLst>
              <a:ext uri="{FF2B5EF4-FFF2-40B4-BE49-F238E27FC236}">
                <a16:creationId xmlns:a16="http://schemas.microsoft.com/office/drawing/2014/main" id="{4B030A0D-0DAD-4A99-89BB-419527D6A6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389376" y="1800088"/>
            <a:ext cx="5410200" cy="18288"/>
          </a:xfrm>
          <a:custGeom>
            <a:avLst/>
            <a:gdLst>
              <a:gd name="csX0" fmla="*/ 0 w 5410200"/>
              <a:gd name="csY0" fmla="*/ 0 h 18288"/>
              <a:gd name="csX1" fmla="*/ 568071 w 5410200"/>
              <a:gd name="csY1" fmla="*/ 0 h 18288"/>
              <a:gd name="csX2" fmla="*/ 1298448 w 5410200"/>
              <a:gd name="csY2" fmla="*/ 0 h 18288"/>
              <a:gd name="csX3" fmla="*/ 1920621 w 5410200"/>
              <a:gd name="csY3" fmla="*/ 0 h 18288"/>
              <a:gd name="csX4" fmla="*/ 2488692 w 5410200"/>
              <a:gd name="csY4" fmla="*/ 0 h 18288"/>
              <a:gd name="csX5" fmla="*/ 3219069 w 5410200"/>
              <a:gd name="csY5" fmla="*/ 0 h 18288"/>
              <a:gd name="csX6" fmla="*/ 3895344 w 5410200"/>
              <a:gd name="csY6" fmla="*/ 0 h 18288"/>
              <a:gd name="csX7" fmla="*/ 4571619 w 5410200"/>
              <a:gd name="csY7" fmla="*/ 0 h 18288"/>
              <a:gd name="csX8" fmla="*/ 5410200 w 5410200"/>
              <a:gd name="csY8" fmla="*/ 0 h 18288"/>
              <a:gd name="csX9" fmla="*/ 5410200 w 5410200"/>
              <a:gd name="csY9" fmla="*/ 18288 h 18288"/>
              <a:gd name="csX10" fmla="*/ 4842129 w 5410200"/>
              <a:gd name="csY10" fmla="*/ 18288 h 18288"/>
              <a:gd name="csX11" fmla="*/ 4328160 w 5410200"/>
              <a:gd name="csY11" fmla="*/ 18288 h 18288"/>
              <a:gd name="csX12" fmla="*/ 3597783 w 5410200"/>
              <a:gd name="csY12" fmla="*/ 18288 h 18288"/>
              <a:gd name="csX13" fmla="*/ 3029712 w 5410200"/>
              <a:gd name="csY13" fmla="*/ 18288 h 18288"/>
              <a:gd name="csX14" fmla="*/ 2299335 w 5410200"/>
              <a:gd name="csY14" fmla="*/ 18288 h 18288"/>
              <a:gd name="csX15" fmla="*/ 1514856 w 5410200"/>
              <a:gd name="csY15" fmla="*/ 18288 h 18288"/>
              <a:gd name="csX16" fmla="*/ 892683 w 5410200"/>
              <a:gd name="csY16" fmla="*/ 18288 h 18288"/>
              <a:gd name="csX17" fmla="*/ 0 w 5410200"/>
              <a:gd name="csY17" fmla="*/ 18288 h 18288"/>
              <a:gd name="csX18" fmla="*/ 0 w 5410200"/>
              <a:gd name="csY18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</a:cxnLst>
            <a:rect l="l" t="t" r="r" b="b"/>
            <a:pathLst>
              <a:path w="5410200" h="18288" fill="none" extrusionOk="0">
                <a:moveTo>
                  <a:pt x="0" y="0"/>
                </a:moveTo>
                <a:cubicBezTo>
                  <a:pt x="163050" y="-18707"/>
                  <a:pt x="319321" y="-16364"/>
                  <a:pt x="568071" y="0"/>
                </a:cubicBezTo>
                <a:cubicBezTo>
                  <a:pt x="816821" y="16364"/>
                  <a:pt x="1013224" y="-7268"/>
                  <a:pt x="1298448" y="0"/>
                </a:cubicBezTo>
                <a:cubicBezTo>
                  <a:pt x="1583672" y="7268"/>
                  <a:pt x="1631711" y="-3367"/>
                  <a:pt x="1920621" y="0"/>
                </a:cubicBezTo>
                <a:cubicBezTo>
                  <a:pt x="2209531" y="3367"/>
                  <a:pt x="2364420" y="-19184"/>
                  <a:pt x="2488692" y="0"/>
                </a:cubicBezTo>
                <a:cubicBezTo>
                  <a:pt x="2612964" y="19184"/>
                  <a:pt x="3023298" y="-34627"/>
                  <a:pt x="3219069" y="0"/>
                </a:cubicBezTo>
                <a:cubicBezTo>
                  <a:pt x="3414840" y="34627"/>
                  <a:pt x="3656810" y="24043"/>
                  <a:pt x="3895344" y="0"/>
                </a:cubicBezTo>
                <a:cubicBezTo>
                  <a:pt x="4133879" y="-24043"/>
                  <a:pt x="4393984" y="-19577"/>
                  <a:pt x="4571619" y="0"/>
                </a:cubicBezTo>
                <a:cubicBezTo>
                  <a:pt x="4749255" y="19577"/>
                  <a:pt x="5179928" y="-6281"/>
                  <a:pt x="5410200" y="0"/>
                </a:cubicBezTo>
                <a:cubicBezTo>
                  <a:pt x="5410730" y="6954"/>
                  <a:pt x="5410934" y="12839"/>
                  <a:pt x="5410200" y="18288"/>
                </a:cubicBezTo>
                <a:cubicBezTo>
                  <a:pt x="5139060" y="6751"/>
                  <a:pt x="5121593" y="31035"/>
                  <a:pt x="4842129" y="18288"/>
                </a:cubicBezTo>
                <a:cubicBezTo>
                  <a:pt x="4562665" y="5541"/>
                  <a:pt x="4448273" y="9487"/>
                  <a:pt x="4328160" y="18288"/>
                </a:cubicBezTo>
                <a:cubicBezTo>
                  <a:pt x="4208047" y="27089"/>
                  <a:pt x="3760936" y="22567"/>
                  <a:pt x="3597783" y="18288"/>
                </a:cubicBezTo>
                <a:cubicBezTo>
                  <a:pt x="3434630" y="14009"/>
                  <a:pt x="3299718" y="33213"/>
                  <a:pt x="3029712" y="18288"/>
                </a:cubicBezTo>
                <a:cubicBezTo>
                  <a:pt x="2759706" y="3363"/>
                  <a:pt x="2640159" y="27394"/>
                  <a:pt x="2299335" y="18288"/>
                </a:cubicBezTo>
                <a:cubicBezTo>
                  <a:pt x="1958511" y="9182"/>
                  <a:pt x="1801186" y="28985"/>
                  <a:pt x="1514856" y="18288"/>
                </a:cubicBezTo>
                <a:cubicBezTo>
                  <a:pt x="1228526" y="7591"/>
                  <a:pt x="1063509" y="-5305"/>
                  <a:pt x="892683" y="18288"/>
                </a:cubicBezTo>
                <a:cubicBezTo>
                  <a:pt x="721857" y="41881"/>
                  <a:pt x="186945" y="-20897"/>
                  <a:pt x="0" y="18288"/>
                </a:cubicBezTo>
                <a:cubicBezTo>
                  <a:pt x="-570" y="9279"/>
                  <a:pt x="132" y="5100"/>
                  <a:pt x="0" y="0"/>
                </a:cubicBezTo>
                <a:close/>
              </a:path>
              <a:path w="5410200" h="18288" stroke="0" extrusionOk="0">
                <a:moveTo>
                  <a:pt x="0" y="0"/>
                </a:moveTo>
                <a:cubicBezTo>
                  <a:pt x="285096" y="-4925"/>
                  <a:pt x="376456" y="22268"/>
                  <a:pt x="622173" y="0"/>
                </a:cubicBezTo>
                <a:cubicBezTo>
                  <a:pt x="867890" y="-22268"/>
                  <a:pt x="1031392" y="7228"/>
                  <a:pt x="1136142" y="0"/>
                </a:cubicBezTo>
                <a:cubicBezTo>
                  <a:pt x="1240892" y="-7228"/>
                  <a:pt x="1561853" y="9877"/>
                  <a:pt x="1920621" y="0"/>
                </a:cubicBezTo>
                <a:cubicBezTo>
                  <a:pt x="2279389" y="-9877"/>
                  <a:pt x="2367255" y="19546"/>
                  <a:pt x="2542794" y="0"/>
                </a:cubicBezTo>
                <a:cubicBezTo>
                  <a:pt x="2718333" y="-19546"/>
                  <a:pt x="2866732" y="-22226"/>
                  <a:pt x="3164967" y="0"/>
                </a:cubicBezTo>
                <a:cubicBezTo>
                  <a:pt x="3463202" y="22226"/>
                  <a:pt x="3568055" y="-2765"/>
                  <a:pt x="3949446" y="0"/>
                </a:cubicBezTo>
                <a:cubicBezTo>
                  <a:pt x="4330837" y="2765"/>
                  <a:pt x="4287895" y="10557"/>
                  <a:pt x="4517517" y="0"/>
                </a:cubicBezTo>
                <a:cubicBezTo>
                  <a:pt x="4747139" y="-10557"/>
                  <a:pt x="5149588" y="8716"/>
                  <a:pt x="5410200" y="0"/>
                </a:cubicBezTo>
                <a:cubicBezTo>
                  <a:pt x="5409517" y="5414"/>
                  <a:pt x="5409480" y="12510"/>
                  <a:pt x="5410200" y="18288"/>
                </a:cubicBezTo>
                <a:cubicBezTo>
                  <a:pt x="5163327" y="41494"/>
                  <a:pt x="5008749" y="10693"/>
                  <a:pt x="4842129" y="18288"/>
                </a:cubicBezTo>
                <a:cubicBezTo>
                  <a:pt x="4675509" y="25883"/>
                  <a:pt x="4433401" y="-615"/>
                  <a:pt x="4165854" y="18288"/>
                </a:cubicBezTo>
                <a:cubicBezTo>
                  <a:pt x="3898308" y="37191"/>
                  <a:pt x="3809032" y="-8710"/>
                  <a:pt x="3543681" y="18288"/>
                </a:cubicBezTo>
                <a:cubicBezTo>
                  <a:pt x="3278330" y="45286"/>
                  <a:pt x="3073876" y="-15917"/>
                  <a:pt x="2759202" y="18288"/>
                </a:cubicBezTo>
                <a:cubicBezTo>
                  <a:pt x="2444528" y="52493"/>
                  <a:pt x="2204144" y="3372"/>
                  <a:pt x="1974723" y="18288"/>
                </a:cubicBezTo>
                <a:cubicBezTo>
                  <a:pt x="1745302" y="33204"/>
                  <a:pt x="1602335" y="31490"/>
                  <a:pt x="1406652" y="18288"/>
                </a:cubicBezTo>
                <a:cubicBezTo>
                  <a:pt x="1210969" y="5086"/>
                  <a:pt x="923948" y="3161"/>
                  <a:pt x="730377" y="18288"/>
                </a:cubicBezTo>
                <a:cubicBezTo>
                  <a:pt x="536806" y="33415"/>
                  <a:pt x="336496" y="-141"/>
                  <a:pt x="0" y="18288"/>
                </a:cubicBezTo>
                <a:cubicBezTo>
                  <a:pt x="-306" y="11061"/>
                  <a:pt x="-655" y="7751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Рисунок 6" descr="Зображення, що містить текст, знімок екрана, Шрифт&#10;&#10;Автоматично згенерований опис">
            <a:extLst>
              <a:ext uri="{FF2B5EF4-FFF2-40B4-BE49-F238E27FC236}">
                <a16:creationId xmlns:a16="http://schemas.microsoft.com/office/drawing/2014/main" id="{136397E6-0240-A119-F910-9C2C695A8A2C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12347" y="2000042"/>
            <a:ext cx="1960107" cy="4238072"/>
          </a:xfrm>
          <a:prstGeom prst="rect">
            <a:avLst/>
          </a:prstGeom>
        </p:spPr>
      </p:pic>
      <p:pic>
        <p:nvPicPr>
          <p:cNvPr id="5" name="Рисунок 4" descr="Зображення, що містить текст, знімок екрана, Шрифт&#10;&#10;Автоматично згенерований опис">
            <a:extLst>
              <a:ext uri="{FF2B5EF4-FFF2-40B4-BE49-F238E27FC236}">
                <a16:creationId xmlns:a16="http://schemas.microsoft.com/office/drawing/2014/main" id="{79FB282F-3B54-D355-CD6F-B3E0763A21A3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34307" y="2000042"/>
            <a:ext cx="1960107" cy="4238072"/>
          </a:xfrm>
          <a:prstGeom prst="rect">
            <a:avLst/>
          </a:prstGeom>
        </p:spPr>
      </p:pic>
      <p:pic>
        <p:nvPicPr>
          <p:cNvPr id="6" name="Рисунок 5" descr="Зображення, що містить текст, знімок екрана, дизайн&#10;&#10;Автоматично згенерований опис">
            <a:extLst>
              <a:ext uri="{FF2B5EF4-FFF2-40B4-BE49-F238E27FC236}">
                <a16:creationId xmlns:a16="http://schemas.microsoft.com/office/drawing/2014/main" id="{E7F8377F-329E-E559-092B-F4B5926B2A77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56267" y="2000042"/>
            <a:ext cx="1960107" cy="4238072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B2DA4CC-A7B0-178D-895A-14F5F7AE64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7BB42A-2F35-4D17-9702-336F4545CB24}" type="slidenum">
              <a:rPr lang="uk-UA" smtClean="0"/>
              <a:t>28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16796957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7C98A213-5994-475E-B327-DC6EC27FBA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A624BD9-5B16-1FB1-D797-1EC740DBBA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881" y="670218"/>
            <a:ext cx="10909640" cy="106583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6600" dirty="0" err="1"/>
              <a:t>Анімація</a:t>
            </a:r>
            <a:r>
              <a:rPr lang="en-US" sz="6600" dirty="0"/>
              <a:t> </a:t>
            </a:r>
            <a:r>
              <a:rPr lang="en-US" sz="6600" dirty="0" err="1"/>
              <a:t>логотипу</a:t>
            </a:r>
            <a:endParaRPr lang="en-US" sz="6600" dirty="0"/>
          </a:p>
        </p:txBody>
      </p:sp>
      <p:sp>
        <p:nvSpPr>
          <p:cNvPr id="13" name="sketch line">
            <a:extLst>
              <a:ext uri="{FF2B5EF4-FFF2-40B4-BE49-F238E27FC236}">
                <a16:creationId xmlns:a16="http://schemas.microsoft.com/office/drawing/2014/main" id="{4B030A0D-0DAD-4A99-89BB-419527D6A6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389376" y="1800088"/>
            <a:ext cx="5410200" cy="18288"/>
          </a:xfrm>
          <a:custGeom>
            <a:avLst/>
            <a:gdLst>
              <a:gd name="csX0" fmla="*/ 0 w 5410200"/>
              <a:gd name="csY0" fmla="*/ 0 h 18288"/>
              <a:gd name="csX1" fmla="*/ 568071 w 5410200"/>
              <a:gd name="csY1" fmla="*/ 0 h 18288"/>
              <a:gd name="csX2" fmla="*/ 1298448 w 5410200"/>
              <a:gd name="csY2" fmla="*/ 0 h 18288"/>
              <a:gd name="csX3" fmla="*/ 1920621 w 5410200"/>
              <a:gd name="csY3" fmla="*/ 0 h 18288"/>
              <a:gd name="csX4" fmla="*/ 2488692 w 5410200"/>
              <a:gd name="csY4" fmla="*/ 0 h 18288"/>
              <a:gd name="csX5" fmla="*/ 3219069 w 5410200"/>
              <a:gd name="csY5" fmla="*/ 0 h 18288"/>
              <a:gd name="csX6" fmla="*/ 3895344 w 5410200"/>
              <a:gd name="csY6" fmla="*/ 0 h 18288"/>
              <a:gd name="csX7" fmla="*/ 4571619 w 5410200"/>
              <a:gd name="csY7" fmla="*/ 0 h 18288"/>
              <a:gd name="csX8" fmla="*/ 5410200 w 5410200"/>
              <a:gd name="csY8" fmla="*/ 0 h 18288"/>
              <a:gd name="csX9" fmla="*/ 5410200 w 5410200"/>
              <a:gd name="csY9" fmla="*/ 18288 h 18288"/>
              <a:gd name="csX10" fmla="*/ 4842129 w 5410200"/>
              <a:gd name="csY10" fmla="*/ 18288 h 18288"/>
              <a:gd name="csX11" fmla="*/ 4328160 w 5410200"/>
              <a:gd name="csY11" fmla="*/ 18288 h 18288"/>
              <a:gd name="csX12" fmla="*/ 3597783 w 5410200"/>
              <a:gd name="csY12" fmla="*/ 18288 h 18288"/>
              <a:gd name="csX13" fmla="*/ 3029712 w 5410200"/>
              <a:gd name="csY13" fmla="*/ 18288 h 18288"/>
              <a:gd name="csX14" fmla="*/ 2299335 w 5410200"/>
              <a:gd name="csY14" fmla="*/ 18288 h 18288"/>
              <a:gd name="csX15" fmla="*/ 1514856 w 5410200"/>
              <a:gd name="csY15" fmla="*/ 18288 h 18288"/>
              <a:gd name="csX16" fmla="*/ 892683 w 5410200"/>
              <a:gd name="csY16" fmla="*/ 18288 h 18288"/>
              <a:gd name="csX17" fmla="*/ 0 w 5410200"/>
              <a:gd name="csY17" fmla="*/ 18288 h 18288"/>
              <a:gd name="csX18" fmla="*/ 0 w 5410200"/>
              <a:gd name="csY18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</a:cxnLst>
            <a:rect l="l" t="t" r="r" b="b"/>
            <a:pathLst>
              <a:path w="5410200" h="18288" fill="none" extrusionOk="0">
                <a:moveTo>
                  <a:pt x="0" y="0"/>
                </a:moveTo>
                <a:cubicBezTo>
                  <a:pt x="163050" y="-18707"/>
                  <a:pt x="319321" y="-16364"/>
                  <a:pt x="568071" y="0"/>
                </a:cubicBezTo>
                <a:cubicBezTo>
                  <a:pt x="816821" y="16364"/>
                  <a:pt x="1013224" y="-7268"/>
                  <a:pt x="1298448" y="0"/>
                </a:cubicBezTo>
                <a:cubicBezTo>
                  <a:pt x="1583672" y="7268"/>
                  <a:pt x="1631711" y="-3367"/>
                  <a:pt x="1920621" y="0"/>
                </a:cubicBezTo>
                <a:cubicBezTo>
                  <a:pt x="2209531" y="3367"/>
                  <a:pt x="2364420" y="-19184"/>
                  <a:pt x="2488692" y="0"/>
                </a:cubicBezTo>
                <a:cubicBezTo>
                  <a:pt x="2612964" y="19184"/>
                  <a:pt x="3023298" y="-34627"/>
                  <a:pt x="3219069" y="0"/>
                </a:cubicBezTo>
                <a:cubicBezTo>
                  <a:pt x="3414840" y="34627"/>
                  <a:pt x="3656810" y="24043"/>
                  <a:pt x="3895344" y="0"/>
                </a:cubicBezTo>
                <a:cubicBezTo>
                  <a:pt x="4133879" y="-24043"/>
                  <a:pt x="4393984" y="-19577"/>
                  <a:pt x="4571619" y="0"/>
                </a:cubicBezTo>
                <a:cubicBezTo>
                  <a:pt x="4749255" y="19577"/>
                  <a:pt x="5179928" y="-6281"/>
                  <a:pt x="5410200" y="0"/>
                </a:cubicBezTo>
                <a:cubicBezTo>
                  <a:pt x="5410730" y="6954"/>
                  <a:pt x="5410934" y="12839"/>
                  <a:pt x="5410200" y="18288"/>
                </a:cubicBezTo>
                <a:cubicBezTo>
                  <a:pt x="5139060" y="6751"/>
                  <a:pt x="5121593" y="31035"/>
                  <a:pt x="4842129" y="18288"/>
                </a:cubicBezTo>
                <a:cubicBezTo>
                  <a:pt x="4562665" y="5541"/>
                  <a:pt x="4448273" y="9487"/>
                  <a:pt x="4328160" y="18288"/>
                </a:cubicBezTo>
                <a:cubicBezTo>
                  <a:pt x="4208047" y="27089"/>
                  <a:pt x="3760936" y="22567"/>
                  <a:pt x="3597783" y="18288"/>
                </a:cubicBezTo>
                <a:cubicBezTo>
                  <a:pt x="3434630" y="14009"/>
                  <a:pt x="3299718" y="33213"/>
                  <a:pt x="3029712" y="18288"/>
                </a:cubicBezTo>
                <a:cubicBezTo>
                  <a:pt x="2759706" y="3363"/>
                  <a:pt x="2640159" y="27394"/>
                  <a:pt x="2299335" y="18288"/>
                </a:cubicBezTo>
                <a:cubicBezTo>
                  <a:pt x="1958511" y="9182"/>
                  <a:pt x="1801186" y="28985"/>
                  <a:pt x="1514856" y="18288"/>
                </a:cubicBezTo>
                <a:cubicBezTo>
                  <a:pt x="1228526" y="7591"/>
                  <a:pt x="1063509" y="-5305"/>
                  <a:pt x="892683" y="18288"/>
                </a:cubicBezTo>
                <a:cubicBezTo>
                  <a:pt x="721857" y="41881"/>
                  <a:pt x="186945" y="-20897"/>
                  <a:pt x="0" y="18288"/>
                </a:cubicBezTo>
                <a:cubicBezTo>
                  <a:pt x="-570" y="9279"/>
                  <a:pt x="132" y="5100"/>
                  <a:pt x="0" y="0"/>
                </a:cubicBezTo>
                <a:close/>
              </a:path>
              <a:path w="5410200" h="18288" stroke="0" extrusionOk="0">
                <a:moveTo>
                  <a:pt x="0" y="0"/>
                </a:moveTo>
                <a:cubicBezTo>
                  <a:pt x="285096" y="-4925"/>
                  <a:pt x="376456" y="22268"/>
                  <a:pt x="622173" y="0"/>
                </a:cubicBezTo>
                <a:cubicBezTo>
                  <a:pt x="867890" y="-22268"/>
                  <a:pt x="1031392" y="7228"/>
                  <a:pt x="1136142" y="0"/>
                </a:cubicBezTo>
                <a:cubicBezTo>
                  <a:pt x="1240892" y="-7228"/>
                  <a:pt x="1561853" y="9877"/>
                  <a:pt x="1920621" y="0"/>
                </a:cubicBezTo>
                <a:cubicBezTo>
                  <a:pt x="2279389" y="-9877"/>
                  <a:pt x="2367255" y="19546"/>
                  <a:pt x="2542794" y="0"/>
                </a:cubicBezTo>
                <a:cubicBezTo>
                  <a:pt x="2718333" y="-19546"/>
                  <a:pt x="2866732" y="-22226"/>
                  <a:pt x="3164967" y="0"/>
                </a:cubicBezTo>
                <a:cubicBezTo>
                  <a:pt x="3463202" y="22226"/>
                  <a:pt x="3568055" y="-2765"/>
                  <a:pt x="3949446" y="0"/>
                </a:cubicBezTo>
                <a:cubicBezTo>
                  <a:pt x="4330837" y="2765"/>
                  <a:pt x="4287895" y="10557"/>
                  <a:pt x="4517517" y="0"/>
                </a:cubicBezTo>
                <a:cubicBezTo>
                  <a:pt x="4747139" y="-10557"/>
                  <a:pt x="5149588" y="8716"/>
                  <a:pt x="5410200" y="0"/>
                </a:cubicBezTo>
                <a:cubicBezTo>
                  <a:pt x="5409517" y="5414"/>
                  <a:pt x="5409480" y="12510"/>
                  <a:pt x="5410200" y="18288"/>
                </a:cubicBezTo>
                <a:cubicBezTo>
                  <a:pt x="5163327" y="41494"/>
                  <a:pt x="5008749" y="10693"/>
                  <a:pt x="4842129" y="18288"/>
                </a:cubicBezTo>
                <a:cubicBezTo>
                  <a:pt x="4675509" y="25883"/>
                  <a:pt x="4433401" y="-615"/>
                  <a:pt x="4165854" y="18288"/>
                </a:cubicBezTo>
                <a:cubicBezTo>
                  <a:pt x="3898308" y="37191"/>
                  <a:pt x="3809032" y="-8710"/>
                  <a:pt x="3543681" y="18288"/>
                </a:cubicBezTo>
                <a:cubicBezTo>
                  <a:pt x="3278330" y="45286"/>
                  <a:pt x="3073876" y="-15917"/>
                  <a:pt x="2759202" y="18288"/>
                </a:cubicBezTo>
                <a:cubicBezTo>
                  <a:pt x="2444528" y="52493"/>
                  <a:pt x="2204144" y="3372"/>
                  <a:pt x="1974723" y="18288"/>
                </a:cubicBezTo>
                <a:cubicBezTo>
                  <a:pt x="1745302" y="33204"/>
                  <a:pt x="1602335" y="31490"/>
                  <a:pt x="1406652" y="18288"/>
                </a:cubicBezTo>
                <a:cubicBezTo>
                  <a:pt x="1210969" y="5086"/>
                  <a:pt x="923948" y="3161"/>
                  <a:pt x="730377" y="18288"/>
                </a:cubicBezTo>
                <a:cubicBezTo>
                  <a:pt x="536806" y="33415"/>
                  <a:pt x="336496" y="-141"/>
                  <a:pt x="0" y="18288"/>
                </a:cubicBezTo>
                <a:cubicBezTo>
                  <a:pt x="-306" y="11061"/>
                  <a:pt x="-655" y="7751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Рисунок 5" descr="Зображення, що містить текст, знімок екрана, Шрифт, Графіка&#10;&#10;Автоматично згенерований опис">
            <a:extLst>
              <a:ext uri="{FF2B5EF4-FFF2-40B4-BE49-F238E27FC236}">
                <a16:creationId xmlns:a16="http://schemas.microsoft.com/office/drawing/2014/main" id="{9303A879-4FD2-E8F9-B982-1A918FDED70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27522" y="1876590"/>
            <a:ext cx="2008745" cy="4343235"/>
          </a:xfrm>
          <a:prstGeom prst="rect">
            <a:avLst/>
          </a:prstGeom>
        </p:spPr>
      </p:pic>
      <p:pic>
        <p:nvPicPr>
          <p:cNvPr id="4" name="Рисунок 3" descr="Зображення, що містить знімок екрана, графічний дизайн, Графіка, дизайн&#10;&#10;Автоматично згенерований опис">
            <a:extLst>
              <a:ext uri="{FF2B5EF4-FFF2-40B4-BE49-F238E27FC236}">
                <a16:creationId xmlns:a16="http://schemas.microsoft.com/office/drawing/2014/main" id="{ECA63BB5-07AA-C630-AB51-7CC0DD969EA8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63490" y="1876590"/>
            <a:ext cx="2008745" cy="4343235"/>
          </a:xfrm>
          <a:prstGeom prst="rect">
            <a:avLst/>
          </a:prstGeom>
        </p:spPr>
      </p:pic>
      <p:pic>
        <p:nvPicPr>
          <p:cNvPr id="5" name="Рисунок 4" descr="Зображення, що містить знімок екрана, Графіка, творчість&#10;&#10;Автоматично згенерований опис">
            <a:extLst>
              <a:ext uri="{FF2B5EF4-FFF2-40B4-BE49-F238E27FC236}">
                <a16:creationId xmlns:a16="http://schemas.microsoft.com/office/drawing/2014/main" id="{AD5D9EF8-6A49-57ED-6A1E-5EE68C764D01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99458" y="1844547"/>
            <a:ext cx="2008745" cy="4343235"/>
          </a:xfrm>
          <a:prstGeom prst="rect">
            <a:avLst/>
          </a:prstGeom>
        </p:spPr>
      </p:pic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F4C37C1-6306-141E-3DC6-944045B156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7BB42A-2F35-4D17-9702-336F4545CB24}" type="slidenum">
              <a:rPr lang="uk-UA" smtClean="0"/>
              <a:t>29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77671428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167271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B3D1C6B-4067-B3D3-C8C6-2276A08C8E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6834" y="1153572"/>
            <a:ext cx="3200400" cy="4461163"/>
          </a:xfrm>
        </p:spPr>
        <p:txBody>
          <a:bodyPr>
            <a:normAutofit/>
          </a:bodyPr>
          <a:lstStyle/>
          <a:p>
            <a:r>
              <a:rPr lang="uk-UA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Push-сповіщення і кешування</a:t>
            </a: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7550402" y="245547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4A62EFC-4127-D602-9B62-417275233617}"/>
              </a:ext>
            </a:extLst>
          </p:cNvPr>
          <p:cNvSpPr txBox="1"/>
          <p:nvPr/>
        </p:nvSpPr>
        <p:spPr>
          <a:xfrm>
            <a:off x="4851058" y="436894"/>
            <a:ext cx="609600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uk-UA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На клієнтській частині реалізовано повний цикл роботи з </a:t>
            </a:r>
            <a:r>
              <a:rPr lang="en-US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Expo Notifications: </a:t>
            </a:r>
            <a:r>
              <a:rPr lang="uk-UA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отримання дозволу, формування </a:t>
            </a:r>
            <a:r>
              <a:rPr lang="en-US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Expo Push Token, </a:t>
            </a:r>
            <a:r>
              <a:rPr lang="uk-UA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його збереження та передача на сервер. Після натискання на сповіщення користувач одразу переходить до потрібного екрана завдяки їх опрацюванню на клієнті. </a:t>
            </a:r>
            <a:endParaRPr lang="en-UA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" name="Picture 8" descr="A screenshot of a phone&#10;&#10;AI-generated content may be incorrect.">
            <a:extLst>
              <a:ext uri="{FF2B5EF4-FFF2-40B4-BE49-F238E27FC236}">
                <a16:creationId xmlns:a16="http://schemas.microsoft.com/office/drawing/2014/main" id="{E87708E8-D553-3A75-7BC4-0E2A28AD9BC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41" t="17012" r="2624"/>
          <a:stretch>
            <a:fillRect/>
          </a:stretch>
        </p:blipFill>
        <p:spPr>
          <a:xfrm>
            <a:off x="5356347" y="2039368"/>
            <a:ext cx="5085422" cy="2586429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43A42384-0663-1972-FEF9-758708B83A47}"/>
              </a:ext>
            </a:extLst>
          </p:cNvPr>
          <p:cNvSpPr txBox="1"/>
          <p:nvPr/>
        </p:nvSpPr>
        <p:spPr>
          <a:xfrm>
            <a:off x="4851058" y="4750943"/>
            <a:ext cx="60960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uk-UA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Кешувальний</a:t>
            </a:r>
            <a:r>
              <a:rPr lang="uk-UA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шар на </a:t>
            </a:r>
            <a:r>
              <a:rPr lang="en-US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AsyncStorage</a:t>
            </a:r>
            <a:r>
              <a:rPr lang="en-US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uk-UA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працює з </a:t>
            </a:r>
            <a:r>
              <a:rPr lang="en-US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TTL </a:t>
            </a:r>
            <a:r>
              <a:rPr lang="uk-UA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для окремих сутностей і колекцій, а після мутацій і </a:t>
            </a:r>
            <a:r>
              <a:rPr lang="en-US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push-</a:t>
            </a:r>
            <a:r>
              <a:rPr lang="uk-UA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подій кеш </a:t>
            </a:r>
            <a:r>
              <a:rPr lang="uk-UA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інвалідується</a:t>
            </a:r>
            <a:r>
              <a:rPr lang="uk-UA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що забезпечує швидкість роботи інтерфейсу та актуальність даних.</a:t>
            </a:r>
            <a:endParaRPr lang="en-U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2DA4D46-7AF9-D61C-A9B5-3965551849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7BB42A-2F35-4D17-9702-336F4545CB24}" type="slidenum">
              <a:rPr lang="uk-UA" smtClean="0"/>
              <a:t>30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28094935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167271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B3D1C6B-4067-B3D3-C8C6-2276A08C8E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8763" y="1198418"/>
            <a:ext cx="3664824" cy="4461163"/>
          </a:xfrm>
        </p:spPr>
        <p:txBody>
          <a:bodyPr>
            <a:normAutofit/>
          </a:bodyPr>
          <a:lstStyle/>
          <a:p>
            <a:r>
              <a:rPr lang="uk-UA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Аналітика та підтримка</a:t>
            </a:r>
            <a:endParaRPr lang="uk-UA" dirty="0">
              <a:solidFill>
                <a:srgbClr val="FFFF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7550402" y="245547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F2C426A-396E-617A-B8F9-7F2BBA5E9E69}"/>
              </a:ext>
            </a:extLst>
          </p:cNvPr>
          <p:cNvSpPr txBox="1"/>
          <p:nvPr/>
        </p:nvSpPr>
        <p:spPr>
          <a:xfrm>
            <a:off x="4775711" y="726852"/>
            <a:ext cx="60960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Firebase Analytics </a:t>
            </a:r>
            <a:r>
              <a:rPr lang="uk-UA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фіксує перегляди екранів, створення бажань, виконання бажань та інші бізнес-події. </a:t>
            </a:r>
            <a:r>
              <a:rPr lang="en-US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Firebase Crashlytics </a:t>
            </a:r>
            <a:r>
              <a:rPr lang="uk-UA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дає змогу </a:t>
            </a:r>
            <a:r>
              <a:rPr lang="uk-UA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моніторити</a:t>
            </a:r>
            <a:r>
              <a:rPr lang="uk-UA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стабільність застосунку й визначати причини аварійних завершень. 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2D81F2FC-BD78-2CEF-F73D-D67A48E4ABE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75711" y="1989683"/>
            <a:ext cx="6096000" cy="3474806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87A01FC-A7FB-7C43-2263-10C6E3CC9A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7BB42A-2F35-4D17-9702-336F4545CB24}" type="slidenum">
              <a:rPr lang="uk-UA" smtClean="0"/>
              <a:t>31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28094935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7" name="Rectangle 26">
            <a:extLst>
              <a:ext uri="{FF2B5EF4-FFF2-40B4-BE49-F238E27FC236}">
                <a16:creationId xmlns:a16="http://schemas.microsoft.com/office/drawing/2014/main" id="{7B831B6F-405A-4B47-B9BB-5CA88F2858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8" name="Рисунок 37" descr="Зображення, що містить текст, знімок екрана, Шрифт, документ&#10;&#10;Автоматично згенерований опис">
            <a:extLst>
              <a:ext uri="{FF2B5EF4-FFF2-40B4-BE49-F238E27FC236}">
                <a16:creationId xmlns:a16="http://schemas.microsoft.com/office/drawing/2014/main" id="{29053CED-3FB4-F309-0B00-6F4B8696CA5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2285" y="272179"/>
            <a:ext cx="3045941" cy="6585821"/>
          </a:xfrm>
          <a:prstGeom prst="rect">
            <a:avLst/>
          </a:prstGeom>
        </p:spPr>
      </p:pic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15109354-9C5D-4F8C-B0E6-D1043C7BF2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29992" y="0"/>
            <a:ext cx="7562008" cy="6858000"/>
          </a:xfrm>
          <a:custGeom>
            <a:avLst/>
            <a:gdLst>
              <a:gd name="connsiteX0" fmla="*/ 7529613 w 7529613"/>
              <a:gd name="connsiteY0" fmla="*/ 0 h 6858000"/>
              <a:gd name="connsiteX1" fmla="*/ 1222331 w 7529613"/>
              <a:gd name="connsiteY1" fmla="*/ 0 h 6858000"/>
              <a:gd name="connsiteX2" fmla="*/ 1126483 w 7529613"/>
              <a:gd name="connsiteY2" fmla="*/ 148742 h 6858000"/>
              <a:gd name="connsiteX3" fmla="*/ 767554 w 7529613"/>
              <a:gd name="connsiteY3" fmla="*/ 819975 h 6858000"/>
              <a:gd name="connsiteX4" fmla="*/ 742103 w 7529613"/>
              <a:gd name="connsiteY4" fmla="*/ 854514 h 6858000"/>
              <a:gd name="connsiteX5" fmla="*/ 785881 w 7529613"/>
              <a:gd name="connsiteY5" fmla="*/ 750263 h 6858000"/>
              <a:gd name="connsiteX6" fmla="*/ 978978 w 7529613"/>
              <a:gd name="connsiteY6" fmla="*/ 331786 h 6858000"/>
              <a:gd name="connsiteX7" fmla="*/ 1155717 w 7529613"/>
              <a:gd name="connsiteY7" fmla="*/ 0 h 6858000"/>
              <a:gd name="connsiteX8" fmla="*/ 1098249 w 7529613"/>
              <a:gd name="connsiteY8" fmla="*/ 0 h 6858000"/>
              <a:gd name="connsiteX9" fmla="*/ 991458 w 7529613"/>
              <a:gd name="connsiteY9" fmla="*/ 196614 h 6858000"/>
              <a:gd name="connsiteX10" fmla="*/ 493941 w 7529613"/>
              <a:gd name="connsiteY10" fmla="*/ 1371196 h 6858000"/>
              <a:gd name="connsiteX11" fmla="*/ 46485 w 7529613"/>
              <a:gd name="connsiteY11" fmla="*/ 3331516 h 6858000"/>
              <a:gd name="connsiteX12" fmla="*/ 12252 w 7529613"/>
              <a:gd name="connsiteY12" fmla="*/ 4357388 h 6858000"/>
              <a:gd name="connsiteX13" fmla="*/ 170821 w 7529613"/>
              <a:gd name="connsiteY13" fmla="*/ 5552906 h 6858000"/>
              <a:gd name="connsiteX14" fmla="*/ 537265 w 7529613"/>
              <a:gd name="connsiteY14" fmla="*/ 6828295 h 6858000"/>
              <a:gd name="connsiteX15" fmla="*/ 549692 w 7529613"/>
              <a:gd name="connsiteY15" fmla="*/ 6858000 h 6858000"/>
              <a:gd name="connsiteX16" fmla="*/ 602234 w 7529613"/>
              <a:gd name="connsiteY16" fmla="*/ 6858000 h 6858000"/>
              <a:gd name="connsiteX17" fmla="*/ 595414 w 7529613"/>
              <a:gd name="connsiteY17" fmla="*/ 6841549 h 6858000"/>
              <a:gd name="connsiteX18" fmla="*/ 364260 w 7529613"/>
              <a:gd name="connsiteY18" fmla="*/ 6142729 h 6858000"/>
              <a:gd name="connsiteX19" fmla="*/ 213071 w 7529613"/>
              <a:gd name="connsiteY19" fmla="*/ 5513923 h 6858000"/>
              <a:gd name="connsiteX20" fmla="*/ 211290 w 7529613"/>
              <a:gd name="connsiteY20" fmla="*/ 5480401 h 6858000"/>
              <a:gd name="connsiteX21" fmla="*/ 311446 w 7529613"/>
              <a:gd name="connsiteY21" fmla="*/ 5830359 h 6858000"/>
              <a:gd name="connsiteX22" fmla="*/ 622963 w 7529613"/>
              <a:gd name="connsiteY22" fmla="*/ 6670527 h 6858000"/>
              <a:gd name="connsiteX23" fmla="*/ 710464 w 7529613"/>
              <a:gd name="connsiteY23" fmla="*/ 6858000 h 6858000"/>
              <a:gd name="connsiteX24" fmla="*/ 7529613 w 7529613"/>
              <a:gd name="connsiteY24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</a:cxnLst>
            <a:rect l="l" t="t" r="r" b="b"/>
            <a:pathLst>
              <a:path w="7529613" h="6858000">
                <a:moveTo>
                  <a:pt x="7529613" y="0"/>
                </a:moveTo>
                <a:lnTo>
                  <a:pt x="1222331" y="0"/>
                </a:lnTo>
                <a:lnTo>
                  <a:pt x="1126483" y="148742"/>
                </a:lnTo>
                <a:cubicBezTo>
                  <a:pt x="995323" y="365513"/>
                  <a:pt x="876174" y="589569"/>
                  <a:pt x="767554" y="819975"/>
                </a:cubicBezTo>
                <a:cubicBezTo>
                  <a:pt x="762210" y="833492"/>
                  <a:pt x="753441" y="845393"/>
                  <a:pt x="742103" y="854514"/>
                </a:cubicBezTo>
                <a:cubicBezTo>
                  <a:pt x="756737" y="819849"/>
                  <a:pt x="770991" y="784928"/>
                  <a:pt x="785881" y="750263"/>
                </a:cubicBezTo>
                <a:cubicBezTo>
                  <a:pt x="846713" y="608712"/>
                  <a:pt x="910948" y="469145"/>
                  <a:pt x="978978" y="331786"/>
                </a:cubicBezTo>
                <a:lnTo>
                  <a:pt x="1155717" y="0"/>
                </a:lnTo>
                <a:lnTo>
                  <a:pt x="1098249" y="0"/>
                </a:lnTo>
                <a:lnTo>
                  <a:pt x="991458" y="196614"/>
                </a:lnTo>
                <a:cubicBezTo>
                  <a:pt x="797017" y="573253"/>
                  <a:pt x="633548" y="966066"/>
                  <a:pt x="493941" y="1371196"/>
                </a:cubicBezTo>
                <a:cubicBezTo>
                  <a:pt x="276630" y="2007265"/>
                  <a:pt x="126659" y="2664286"/>
                  <a:pt x="46485" y="3331516"/>
                </a:cubicBezTo>
                <a:cubicBezTo>
                  <a:pt x="4488" y="3672965"/>
                  <a:pt x="-14219" y="4013908"/>
                  <a:pt x="12252" y="4357388"/>
                </a:cubicBezTo>
                <a:cubicBezTo>
                  <a:pt x="43558" y="4758899"/>
                  <a:pt x="90773" y="5157998"/>
                  <a:pt x="170821" y="5552906"/>
                </a:cubicBezTo>
                <a:cubicBezTo>
                  <a:pt x="259109" y="5988893"/>
                  <a:pt x="378967" y="6414594"/>
                  <a:pt x="537265" y="6828295"/>
                </a:cubicBezTo>
                <a:lnTo>
                  <a:pt x="549692" y="6858000"/>
                </a:lnTo>
                <a:lnTo>
                  <a:pt x="602234" y="6858000"/>
                </a:lnTo>
                <a:lnTo>
                  <a:pt x="595414" y="6841549"/>
                </a:lnTo>
                <a:cubicBezTo>
                  <a:pt x="507884" y="6614016"/>
                  <a:pt x="431296" y="6380817"/>
                  <a:pt x="364260" y="6142729"/>
                </a:cubicBezTo>
                <a:cubicBezTo>
                  <a:pt x="305974" y="5935370"/>
                  <a:pt x="262958" y="5723695"/>
                  <a:pt x="213071" y="5513923"/>
                </a:cubicBezTo>
                <a:cubicBezTo>
                  <a:pt x="211892" y="5502788"/>
                  <a:pt x="211299" y="5491601"/>
                  <a:pt x="211290" y="5480401"/>
                </a:cubicBezTo>
                <a:cubicBezTo>
                  <a:pt x="247814" y="5607635"/>
                  <a:pt x="276958" y="5719759"/>
                  <a:pt x="311446" y="5830359"/>
                </a:cubicBezTo>
                <a:cubicBezTo>
                  <a:pt x="401357" y="6118381"/>
                  <a:pt x="505060" y="6398531"/>
                  <a:pt x="622963" y="6670527"/>
                </a:cubicBezTo>
                <a:lnTo>
                  <a:pt x="710464" y="6858000"/>
                </a:lnTo>
                <a:lnTo>
                  <a:pt x="7529613" y="6858000"/>
                </a:lnTo>
                <a:close/>
              </a:path>
            </a:pathLst>
          </a:custGeom>
          <a:solidFill>
            <a:schemeClr val="accent2"/>
          </a:solidFill>
          <a:ln w="6857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B3D1C6B-4067-B3D3-C8C6-2276A08C8E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59354" y="457201"/>
            <a:ext cx="5337270" cy="1835911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54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Монетизація і публікація</a:t>
            </a:r>
          </a:p>
        </p:txBody>
      </p:sp>
      <p:sp>
        <p:nvSpPr>
          <p:cNvPr id="31" name="sketch line">
            <a:extLst>
              <a:ext uri="{FF2B5EF4-FFF2-40B4-BE49-F238E27FC236}">
                <a16:creationId xmlns:a16="http://schemas.microsoft.com/office/drawing/2014/main" id="{49B530FE-A87D-41A0-A920-ADC6539EAA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59353" y="2560829"/>
            <a:ext cx="5029200" cy="18288"/>
          </a:xfrm>
          <a:custGeom>
            <a:avLst/>
            <a:gdLst>
              <a:gd name="csX0" fmla="*/ 0 w 5029200"/>
              <a:gd name="csY0" fmla="*/ 0 h 18288"/>
              <a:gd name="csX1" fmla="*/ 528066 w 5029200"/>
              <a:gd name="csY1" fmla="*/ 0 h 18288"/>
              <a:gd name="csX2" fmla="*/ 1207008 w 5029200"/>
              <a:gd name="csY2" fmla="*/ 0 h 18288"/>
              <a:gd name="csX3" fmla="*/ 1785366 w 5029200"/>
              <a:gd name="csY3" fmla="*/ 0 h 18288"/>
              <a:gd name="csX4" fmla="*/ 2313432 w 5029200"/>
              <a:gd name="csY4" fmla="*/ 0 h 18288"/>
              <a:gd name="csX5" fmla="*/ 2992374 w 5029200"/>
              <a:gd name="csY5" fmla="*/ 0 h 18288"/>
              <a:gd name="csX6" fmla="*/ 3621024 w 5029200"/>
              <a:gd name="csY6" fmla="*/ 0 h 18288"/>
              <a:gd name="csX7" fmla="*/ 4249674 w 5029200"/>
              <a:gd name="csY7" fmla="*/ 0 h 18288"/>
              <a:gd name="csX8" fmla="*/ 5029200 w 5029200"/>
              <a:gd name="csY8" fmla="*/ 0 h 18288"/>
              <a:gd name="csX9" fmla="*/ 5029200 w 5029200"/>
              <a:gd name="csY9" fmla="*/ 18288 h 18288"/>
              <a:gd name="csX10" fmla="*/ 4501134 w 5029200"/>
              <a:gd name="csY10" fmla="*/ 18288 h 18288"/>
              <a:gd name="csX11" fmla="*/ 4023360 w 5029200"/>
              <a:gd name="csY11" fmla="*/ 18288 h 18288"/>
              <a:gd name="csX12" fmla="*/ 3344418 w 5029200"/>
              <a:gd name="csY12" fmla="*/ 18288 h 18288"/>
              <a:gd name="csX13" fmla="*/ 2816352 w 5029200"/>
              <a:gd name="csY13" fmla="*/ 18288 h 18288"/>
              <a:gd name="csX14" fmla="*/ 2137410 w 5029200"/>
              <a:gd name="csY14" fmla="*/ 18288 h 18288"/>
              <a:gd name="csX15" fmla="*/ 1408176 w 5029200"/>
              <a:gd name="csY15" fmla="*/ 18288 h 18288"/>
              <a:gd name="csX16" fmla="*/ 829818 w 5029200"/>
              <a:gd name="csY16" fmla="*/ 18288 h 18288"/>
              <a:gd name="csX17" fmla="*/ 0 w 5029200"/>
              <a:gd name="csY17" fmla="*/ 18288 h 18288"/>
              <a:gd name="csX18" fmla="*/ 0 w 5029200"/>
              <a:gd name="csY18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</a:cxnLst>
            <a:rect l="l" t="t" r="r" b="b"/>
            <a:pathLst>
              <a:path w="5029200" h="18288" fill="none" extrusionOk="0">
                <a:moveTo>
                  <a:pt x="0" y="0"/>
                </a:moveTo>
                <a:cubicBezTo>
                  <a:pt x="142937" y="1696"/>
                  <a:pt x="371859" y="12840"/>
                  <a:pt x="528066" y="0"/>
                </a:cubicBezTo>
                <a:cubicBezTo>
                  <a:pt x="684273" y="-12840"/>
                  <a:pt x="928949" y="-5725"/>
                  <a:pt x="1207008" y="0"/>
                </a:cubicBezTo>
                <a:cubicBezTo>
                  <a:pt x="1485067" y="5725"/>
                  <a:pt x="1562886" y="-21331"/>
                  <a:pt x="1785366" y="0"/>
                </a:cubicBezTo>
                <a:cubicBezTo>
                  <a:pt x="2007846" y="21331"/>
                  <a:pt x="2056226" y="25221"/>
                  <a:pt x="2313432" y="0"/>
                </a:cubicBezTo>
                <a:cubicBezTo>
                  <a:pt x="2570638" y="-25221"/>
                  <a:pt x="2732455" y="16294"/>
                  <a:pt x="2992374" y="0"/>
                </a:cubicBezTo>
                <a:cubicBezTo>
                  <a:pt x="3252293" y="-16294"/>
                  <a:pt x="3319267" y="-29774"/>
                  <a:pt x="3621024" y="0"/>
                </a:cubicBezTo>
                <a:cubicBezTo>
                  <a:pt x="3922781" y="29774"/>
                  <a:pt x="3998107" y="-1004"/>
                  <a:pt x="4249674" y="0"/>
                </a:cubicBezTo>
                <a:cubicBezTo>
                  <a:pt x="4501241" y="1004"/>
                  <a:pt x="4792523" y="-4510"/>
                  <a:pt x="5029200" y="0"/>
                </a:cubicBezTo>
                <a:cubicBezTo>
                  <a:pt x="5029730" y="6954"/>
                  <a:pt x="5029934" y="12839"/>
                  <a:pt x="5029200" y="18288"/>
                </a:cubicBezTo>
                <a:cubicBezTo>
                  <a:pt x="4805432" y="23154"/>
                  <a:pt x="4715801" y="17034"/>
                  <a:pt x="4501134" y="18288"/>
                </a:cubicBezTo>
                <a:cubicBezTo>
                  <a:pt x="4286467" y="19542"/>
                  <a:pt x="4193719" y="41701"/>
                  <a:pt x="4023360" y="18288"/>
                </a:cubicBezTo>
                <a:cubicBezTo>
                  <a:pt x="3853001" y="-5125"/>
                  <a:pt x="3676466" y="16909"/>
                  <a:pt x="3344418" y="18288"/>
                </a:cubicBezTo>
                <a:cubicBezTo>
                  <a:pt x="3012370" y="19667"/>
                  <a:pt x="2945824" y="14410"/>
                  <a:pt x="2816352" y="18288"/>
                </a:cubicBezTo>
                <a:cubicBezTo>
                  <a:pt x="2686880" y="22166"/>
                  <a:pt x="2438351" y="13507"/>
                  <a:pt x="2137410" y="18288"/>
                </a:cubicBezTo>
                <a:cubicBezTo>
                  <a:pt x="1836469" y="23069"/>
                  <a:pt x="1581391" y="46111"/>
                  <a:pt x="1408176" y="18288"/>
                </a:cubicBezTo>
                <a:cubicBezTo>
                  <a:pt x="1234961" y="-9535"/>
                  <a:pt x="1040489" y="-7495"/>
                  <a:pt x="829818" y="18288"/>
                </a:cubicBezTo>
                <a:cubicBezTo>
                  <a:pt x="619147" y="44071"/>
                  <a:pt x="238626" y="37568"/>
                  <a:pt x="0" y="18288"/>
                </a:cubicBezTo>
                <a:cubicBezTo>
                  <a:pt x="-570" y="9279"/>
                  <a:pt x="132" y="5100"/>
                  <a:pt x="0" y="0"/>
                </a:cubicBezTo>
                <a:close/>
              </a:path>
              <a:path w="5029200" h="18288" stroke="0" extrusionOk="0">
                <a:moveTo>
                  <a:pt x="0" y="0"/>
                </a:moveTo>
                <a:cubicBezTo>
                  <a:pt x="165412" y="-21137"/>
                  <a:pt x="322344" y="-21985"/>
                  <a:pt x="578358" y="0"/>
                </a:cubicBezTo>
                <a:cubicBezTo>
                  <a:pt x="834372" y="21985"/>
                  <a:pt x="907099" y="-19195"/>
                  <a:pt x="1056132" y="0"/>
                </a:cubicBezTo>
                <a:cubicBezTo>
                  <a:pt x="1205165" y="19195"/>
                  <a:pt x="1612834" y="-24928"/>
                  <a:pt x="1785366" y="0"/>
                </a:cubicBezTo>
                <a:cubicBezTo>
                  <a:pt x="1957898" y="24928"/>
                  <a:pt x="2149044" y="19108"/>
                  <a:pt x="2363724" y="0"/>
                </a:cubicBezTo>
                <a:cubicBezTo>
                  <a:pt x="2578404" y="-19108"/>
                  <a:pt x="2759981" y="-21788"/>
                  <a:pt x="2942082" y="0"/>
                </a:cubicBezTo>
                <a:cubicBezTo>
                  <a:pt x="3124183" y="21788"/>
                  <a:pt x="3482217" y="8836"/>
                  <a:pt x="3671316" y="0"/>
                </a:cubicBezTo>
                <a:cubicBezTo>
                  <a:pt x="3860415" y="-8836"/>
                  <a:pt x="4058665" y="-25048"/>
                  <a:pt x="4199382" y="0"/>
                </a:cubicBezTo>
                <a:cubicBezTo>
                  <a:pt x="4340099" y="25048"/>
                  <a:pt x="4735096" y="-22088"/>
                  <a:pt x="5029200" y="0"/>
                </a:cubicBezTo>
                <a:cubicBezTo>
                  <a:pt x="5028517" y="5414"/>
                  <a:pt x="5028480" y="12510"/>
                  <a:pt x="5029200" y="18288"/>
                </a:cubicBezTo>
                <a:cubicBezTo>
                  <a:pt x="4891577" y="31493"/>
                  <a:pt x="4684146" y="-2509"/>
                  <a:pt x="4501134" y="18288"/>
                </a:cubicBezTo>
                <a:cubicBezTo>
                  <a:pt x="4318122" y="39085"/>
                  <a:pt x="4030703" y="3672"/>
                  <a:pt x="3872484" y="18288"/>
                </a:cubicBezTo>
                <a:cubicBezTo>
                  <a:pt x="3714265" y="32905"/>
                  <a:pt x="3546134" y="7501"/>
                  <a:pt x="3294126" y="18288"/>
                </a:cubicBezTo>
                <a:cubicBezTo>
                  <a:pt x="3042118" y="29075"/>
                  <a:pt x="2912116" y="11153"/>
                  <a:pt x="2564892" y="18288"/>
                </a:cubicBezTo>
                <a:cubicBezTo>
                  <a:pt x="2217668" y="25423"/>
                  <a:pt x="2095118" y="11659"/>
                  <a:pt x="1835658" y="18288"/>
                </a:cubicBezTo>
                <a:cubicBezTo>
                  <a:pt x="1576198" y="24917"/>
                  <a:pt x="1500897" y="19889"/>
                  <a:pt x="1307592" y="18288"/>
                </a:cubicBezTo>
                <a:cubicBezTo>
                  <a:pt x="1114287" y="16687"/>
                  <a:pt x="961527" y="47453"/>
                  <a:pt x="678942" y="18288"/>
                </a:cubicBezTo>
                <a:cubicBezTo>
                  <a:pt x="396357" y="-10877"/>
                  <a:pt x="271066" y="23005"/>
                  <a:pt x="0" y="18288"/>
                </a:cubicBezTo>
                <a:cubicBezTo>
                  <a:pt x="-306" y="11061"/>
                  <a:pt x="-655" y="7751"/>
                  <a:pt x="0" y="0"/>
                </a:cubicBezTo>
                <a:close/>
              </a:path>
            </a:pathLst>
          </a:custGeom>
          <a:solidFill>
            <a:srgbClr val="FFFFFF"/>
          </a:solidFill>
          <a:ln w="38100" cap="rnd">
            <a:solidFill>
              <a:srgbClr val="FFFFFF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E5DF46E-E7BF-4B93-56F7-85BBBCAE11C8}"/>
              </a:ext>
            </a:extLst>
          </p:cNvPr>
          <p:cNvSpPr txBox="1"/>
          <p:nvPr/>
        </p:nvSpPr>
        <p:spPr>
          <a:xfrm>
            <a:off x="5759354" y="2798064"/>
            <a:ext cx="5461095" cy="3417611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200" b="0" i="0">
                <a:solidFill>
                  <a:srgbClr val="FFFFFF"/>
                </a:solidFill>
                <a:effectLst/>
              </a:rPr>
              <a:t>Преміум-підписка реалізована через react-native-iap для iOS та Android. Клієнт підтримує щомісячну і річну моделі доступу, а також відновлення покупки на іншому пристрої.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200">
                <a:solidFill>
                  <a:srgbClr val="FFFFFF"/>
                </a:solidFill>
              </a:rPr>
              <a:t>Для релізів і оновлень використано Expo, EAS та OTA-механізм expo-updates.</a:t>
            </a:r>
            <a:r>
              <a:rPr lang="en-US" sz="2200" b="0" i="0">
                <a:solidFill>
                  <a:srgbClr val="FFFFFF"/>
                </a:solidFill>
                <a:effectLst/>
              </a:rPr>
              <a:t> </a:t>
            </a:r>
            <a:endParaRPr lang="en-US" sz="2200">
              <a:solidFill>
                <a:srgbClr val="FFFFFF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49B2249-4CEC-E8AF-7A61-C09A70CDF9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7BB42A-2F35-4D17-9702-336F4545CB24}" type="slidenum">
              <a:rPr lang="uk-UA" smtClean="0"/>
              <a:t>32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28094935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C2554CA6-288E-4202-BC52-2E5A8F0C0A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B10BB131-AC8E-4A8E-A5D1-36260F720C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9189" y="1119031"/>
            <a:ext cx="4619938" cy="4619938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989BC01-086F-7A56-1FD6-72B3E14C5B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71074" y="1396686"/>
            <a:ext cx="3240506" cy="4064628"/>
          </a:xfrm>
        </p:spPr>
        <p:txBody>
          <a:bodyPr>
            <a:normAutofit/>
          </a:bodyPr>
          <a:lstStyle/>
          <a:p>
            <a:r>
              <a:rPr lang="uk-UA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Отримані результати</a:t>
            </a: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5B7778FC-632E-4DCA-A7CB-0D7731CCF9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9809111">
            <a:off x="8683720" y="941148"/>
            <a:ext cx="2987899" cy="2987899"/>
          </a:xfrm>
          <a:prstGeom prst="arc">
            <a:avLst>
              <a:gd name="adj1" fmla="val 15817365"/>
              <a:gd name="adj2" fmla="val 1781380"/>
            </a:avLst>
          </a:prstGeom>
          <a:ln w="127000" cap="rnd">
            <a:solidFill>
              <a:schemeClr val="accent4"/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FA23A907-97FB-4A8F-880A-DD77401C42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10048" y="4780992"/>
            <a:ext cx="546100" cy="54610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55A5388F-E91D-C24B-F31D-574360CC8C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95268" y="1396686"/>
            <a:ext cx="5536397" cy="180082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uk-UA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У результаті виконання </a:t>
            </a:r>
            <a:r>
              <a:rPr lang="uk-UA" sz="20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бакалавоської</a:t>
            </a:r>
            <a:r>
              <a:rPr lang="uk-UA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роботи було розроблено та впроваджено клієнтську частину мобільного додатку «BAZHAY!», який реалізує повноцінний функціонал для створення, перегляду, резервування та дарування бажань. </a:t>
            </a:r>
            <a:endParaRPr lang="uk-UA" sz="20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uk-UA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0B57C7A-8BD1-F51F-3A9E-E8DD9F1C441D}"/>
              </a:ext>
            </a:extLst>
          </p:cNvPr>
          <p:cNvSpPr txBox="1"/>
          <p:nvPr/>
        </p:nvSpPr>
        <p:spPr>
          <a:xfrm>
            <a:off x="5370153" y="5738969"/>
            <a:ext cx="25271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uk-UA" dirty="0"/>
              <a:t>«</a:t>
            </a:r>
            <a:r>
              <a:rPr lang="en-US" dirty="0"/>
              <a:t>BAZHAY!</a:t>
            </a:r>
            <a:r>
              <a:rPr lang="uk-UA" dirty="0"/>
              <a:t>»</a:t>
            </a:r>
            <a:r>
              <a:rPr lang="en-US" dirty="0"/>
              <a:t> </a:t>
            </a:r>
            <a:r>
              <a:rPr lang="uk-UA" dirty="0"/>
              <a:t>в </a:t>
            </a:r>
            <a:r>
              <a:rPr lang="en-US" dirty="0"/>
              <a:t>App Store</a:t>
            </a:r>
            <a:endParaRPr lang="uk-UA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53E3AC3-AC93-8C35-5FBE-64044C97D733}"/>
              </a:ext>
            </a:extLst>
          </p:cNvPr>
          <p:cNvSpPr txBox="1"/>
          <p:nvPr/>
        </p:nvSpPr>
        <p:spPr>
          <a:xfrm>
            <a:off x="8664158" y="5738969"/>
            <a:ext cx="27439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uk-UA" dirty="0"/>
              <a:t>«</a:t>
            </a:r>
            <a:r>
              <a:rPr lang="en-US" dirty="0"/>
              <a:t>BAZHAY!</a:t>
            </a:r>
            <a:r>
              <a:rPr lang="uk-UA" dirty="0"/>
              <a:t>»</a:t>
            </a:r>
            <a:r>
              <a:rPr lang="en-US" dirty="0"/>
              <a:t> </a:t>
            </a:r>
            <a:r>
              <a:rPr lang="uk-UA" dirty="0"/>
              <a:t>в </a:t>
            </a:r>
            <a:r>
              <a:rPr lang="en-US" dirty="0"/>
              <a:t>Play Market</a:t>
            </a:r>
            <a:endParaRPr lang="uk-UA" dirty="0"/>
          </a:p>
        </p:txBody>
      </p:sp>
      <p:pic>
        <p:nvPicPr>
          <p:cNvPr id="16" name="Рисунок 15">
            <a:extLst>
              <a:ext uri="{FF2B5EF4-FFF2-40B4-BE49-F238E27FC236}">
                <a16:creationId xmlns:a16="http://schemas.microsoft.com/office/drawing/2014/main" id="{58BEDC4A-52C7-CDBA-8785-16B4D40514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70153" y="3233894"/>
            <a:ext cx="2390775" cy="2505075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D43177BC-B9F3-F0F5-9119-317C2D5952B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20321" y="3210081"/>
            <a:ext cx="2476500" cy="2552700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A55E8B-B209-9EB8-B02C-8071582868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7BB42A-2F35-4D17-9702-336F4545CB24}" type="slidenum">
              <a:rPr lang="uk-UA" smtClean="0"/>
              <a:t>33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95788584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167271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B3D1C6B-4067-B3D3-C8C6-2276A08C8E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6834" y="1153572"/>
            <a:ext cx="3200400" cy="4461163"/>
          </a:xfrm>
        </p:spPr>
        <p:txBody>
          <a:bodyPr>
            <a:normAutofit/>
          </a:bodyPr>
          <a:lstStyle/>
          <a:p>
            <a:r>
              <a:rPr lang="uk-UA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Використані джерела</a:t>
            </a: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7550402" y="245547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07EA711E-8592-EC24-90BD-38E7E1A511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31466" y="402735"/>
            <a:ext cx="7186527" cy="6052529"/>
          </a:xfrm>
        </p:spPr>
        <p:txBody>
          <a:bodyPr anchor="ctr">
            <a:normAutofit fontScale="92500" lnSpcReduction="10000"/>
          </a:bodyPr>
          <a:lstStyle/>
          <a:p>
            <a:pPr marL="342900" lvl="0" indent="-342900">
              <a:spcBef>
                <a:spcPts val="0"/>
              </a:spcBef>
              <a:spcAft>
                <a:spcPts val="600"/>
              </a:spcAft>
              <a:buFont typeface="+mj-lt"/>
              <a:buAutoNum type="arabicPeriod"/>
            </a:pPr>
            <a:r>
              <a:rPr lang="uk-UA" sz="1400" u="sng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Calibri" panose="020F0502020204030204" pitchFamily="34" charset="0"/>
                <a:hlinkClick r:id="rId3"/>
              </a:rPr>
              <a:t>https://reactnative.dev/</a:t>
            </a:r>
            <a:r>
              <a:rPr lang="uk-UA" sz="1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Calibri" panose="020F0502020204030204" pitchFamily="34" charset="0"/>
              </a:rPr>
              <a:t> - офіційна документація фреймворку </a:t>
            </a:r>
            <a:r>
              <a:rPr lang="en-US" sz="1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Calibri" panose="020F0502020204030204" pitchFamily="34" charset="0"/>
              </a:rPr>
              <a:t>React Native.</a:t>
            </a:r>
            <a:endParaRPr lang="uk-UA" sz="14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42900" lvl="0" indent="-342900">
              <a:spcBef>
                <a:spcPts val="0"/>
              </a:spcBef>
              <a:spcAft>
                <a:spcPts val="600"/>
              </a:spcAft>
              <a:buFont typeface="+mj-lt"/>
              <a:buAutoNum type="arabicPeriod"/>
            </a:pPr>
            <a:r>
              <a:rPr lang="uk-UA" sz="1400" u="sng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Calibri" panose="020F0502020204030204" pitchFamily="34" charset="0"/>
                <a:hlinkClick r:id="rId4"/>
              </a:rPr>
              <a:t>https://expo.dev/</a:t>
            </a:r>
            <a:r>
              <a:rPr lang="en-US" sz="1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Calibri" panose="020F0502020204030204" pitchFamily="34" charset="0"/>
              </a:rPr>
              <a:t> - </a:t>
            </a:r>
            <a:r>
              <a:rPr lang="uk-UA" sz="1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Calibri" panose="020F0502020204030204" pitchFamily="34" charset="0"/>
              </a:rPr>
              <a:t>офіційний веб-сайт середовища </a:t>
            </a:r>
            <a:r>
              <a:rPr lang="en-US" sz="1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Calibri" panose="020F0502020204030204" pitchFamily="34" charset="0"/>
              </a:rPr>
              <a:t>Expo.</a:t>
            </a:r>
            <a:endParaRPr lang="uk-UA" sz="14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42900" lvl="0" indent="-342900">
              <a:spcBef>
                <a:spcPts val="0"/>
              </a:spcBef>
              <a:spcAft>
                <a:spcPts val="600"/>
              </a:spcAft>
              <a:buFont typeface="+mj-lt"/>
              <a:buAutoNum type="arabicPeriod"/>
            </a:pPr>
            <a:r>
              <a:rPr lang="uk-UA" sz="1400" u="sng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Calibri" panose="020F0502020204030204" pitchFamily="34" charset="0"/>
                <a:hlinkClick r:id="rId5"/>
              </a:rPr>
              <a:t>https://firebase.google.com/</a:t>
            </a:r>
            <a:r>
              <a:rPr lang="en-US" sz="1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Calibri" panose="020F0502020204030204" pitchFamily="34" charset="0"/>
              </a:rPr>
              <a:t> - </a:t>
            </a:r>
            <a:r>
              <a:rPr lang="uk-UA" sz="1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Calibri" panose="020F0502020204030204" pitchFamily="34" charset="0"/>
              </a:rPr>
              <a:t>офіційний веб-сайт </a:t>
            </a:r>
            <a:r>
              <a:rPr lang="en-US" sz="1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Calibri" panose="020F0502020204030204" pitchFamily="34" charset="0"/>
              </a:rPr>
              <a:t>Google Firebase.</a:t>
            </a:r>
            <a:endParaRPr lang="uk-UA" sz="14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42900" lvl="0" indent="-342900">
              <a:spcBef>
                <a:spcPts val="0"/>
              </a:spcBef>
              <a:spcAft>
                <a:spcPts val="600"/>
              </a:spcAft>
              <a:buFont typeface="+mj-lt"/>
              <a:buAutoNum type="arabicPeriod"/>
            </a:pPr>
            <a:r>
              <a:rPr lang="uk-UA" sz="1400" u="sng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Calibri" panose="020F0502020204030204" pitchFamily="34" charset="0"/>
                <a:hlinkClick r:id="rId6"/>
              </a:rPr>
              <a:t>https://www.django-rest-framework.org/</a:t>
            </a:r>
            <a:r>
              <a:rPr lang="en-US" sz="1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Calibri" panose="020F0502020204030204" pitchFamily="34" charset="0"/>
              </a:rPr>
              <a:t> - </a:t>
            </a:r>
            <a:r>
              <a:rPr lang="uk-UA" sz="1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Calibri" panose="020F0502020204030204" pitchFamily="34" charset="0"/>
              </a:rPr>
              <a:t>офіційний веб-сайт фреймворку </a:t>
            </a:r>
            <a:r>
              <a:rPr lang="en-US" sz="1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Calibri" panose="020F0502020204030204" pitchFamily="34" charset="0"/>
              </a:rPr>
              <a:t>Django REST.</a:t>
            </a:r>
            <a:endParaRPr lang="uk-UA" sz="14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42900" lvl="0" indent="-342900">
              <a:spcBef>
                <a:spcPts val="0"/>
              </a:spcBef>
              <a:spcAft>
                <a:spcPts val="600"/>
              </a:spcAft>
              <a:buFont typeface="+mj-lt"/>
              <a:buAutoNum type="arabicPeriod"/>
            </a:pPr>
            <a:r>
              <a:rPr lang="uk-UA" sz="1400" u="sng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Calibri" panose="020F0502020204030204" pitchFamily="34" charset="0"/>
                <a:hlinkClick r:id="rId7"/>
              </a:rPr>
              <a:t>https://www.postgresql.org/</a:t>
            </a:r>
            <a:r>
              <a:rPr lang="en-US" sz="1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Calibri" panose="020F0502020204030204" pitchFamily="34" charset="0"/>
              </a:rPr>
              <a:t> - </a:t>
            </a:r>
            <a:r>
              <a:rPr lang="uk-UA" sz="1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Calibri" panose="020F0502020204030204" pitchFamily="34" charset="0"/>
              </a:rPr>
              <a:t>офіційний веб-сайт </a:t>
            </a:r>
            <a:r>
              <a:rPr lang="en-GB" sz="1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Calibri" panose="020F0502020204030204" pitchFamily="34" charset="0"/>
              </a:rPr>
              <a:t>PostgreSQL.</a:t>
            </a:r>
            <a:endParaRPr lang="uk-UA" sz="14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42900" lvl="0" indent="-342900">
              <a:spcBef>
                <a:spcPts val="0"/>
              </a:spcBef>
              <a:spcAft>
                <a:spcPts val="600"/>
              </a:spcAft>
              <a:buFont typeface="+mj-lt"/>
              <a:buAutoNum type="arabicPeriod"/>
            </a:pPr>
            <a:r>
              <a:rPr lang="uk-UA" sz="1400" u="sng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Calibri" panose="020F0502020204030204" pitchFamily="34" charset="0"/>
                <a:hlinkClick r:id="rId8"/>
              </a:rPr>
              <a:t>https://redis.io/</a:t>
            </a:r>
            <a:r>
              <a:rPr lang="en-GB" sz="1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Calibri" panose="020F0502020204030204" pitchFamily="34" charset="0"/>
              </a:rPr>
              <a:t> - </a:t>
            </a:r>
            <a:r>
              <a:rPr lang="uk-UA" sz="1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Calibri" panose="020F0502020204030204" pitchFamily="34" charset="0"/>
              </a:rPr>
              <a:t>офіційний веб-сайт </a:t>
            </a:r>
            <a:r>
              <a:rPr lang="en-GB" sz="1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Calibri" panose="020F0502020204030204" pitchFamily="34" charset="0"/>
              </a:rPr>
              <a:t>Redis.</a:t>
            </a:r>
            <a:endParaRPr lang="uk-UA" sz="14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42900" lvl="0" indent="-342900">
              <a:spcBef>
                <a:spcPts val="0"/>
              </a:spcBef>
              <a:spcAft>
                <a:spcPts val="600"/>
              </a:spcAft>
              <a:buFont typeface="+mj-lt"/>
              <a:buAutoNum type="arabicPeriod"/>
            </a:pPr>
            <a:r>
              <a:rPr lang="uk-UA" sz="1400" u="sng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Calibri" panose="020F0502020204030204" pitchFamily="34" charset="0"/>
                <a:hlinkClick r:id="rId9"/>
              </a:rPr>
              <a:t>https://www.apple.com/app-store/</a:t>
            </a:r>
            <a:r>
              <a:rPr lang="en-US" sz="1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Calibri" panose="020F0502020204030204" pitchFamily="34" charset="0"/>
              </a:rPr>
              <a:t> - </a:t>
            </a:r>
            <a:r>
              <a:rPr lang="uk-UA" sz="1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Calibri" panose="020F0502020204030204" pitchFamily="34" charset="0"/>
              </a:rPr>
              <a:t>платформа </a:t>
            </a:r>
            <a:r>
              <a:rPr lang="en-US" sz="1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Calibri" panose="020F0502020204030204" pitchFamily="34" charset="0"/>
              </a:rPr>
              <a:t>App Store.</a:t>
            </a:r>
            <a:endParaRPr lang="uk-UA" sz="14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42900" lvl="0" indent="-342900">
              <a:spcBef>
                <a:spcPts val="0"/>
              </a:spcBef>
              <a:spcAft>
                <a:spcPts val="600"/>
              </a:spcAft>
              <a:buFont typeface="+mj-lt"/>
              <a:buAutoNum type="arabicPeriod"/>
            </a:pPr>
            <a:r>
              <a:rPr lang="uk-UA" sz="1400" u="sng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Calibri" panose="020F0502020204030204" pitchFamily="34" charset="0"/>
                <a:hlinkClick r:id="rId10"/>
              </a:rPr>
              <a:t>https://play.google.com/</a:t>
            </a:r>
            <a:r>
              <a:rPr lang="uk-UA" sz="1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Calibri" panose="020F0502020204030204" pitchFamily="34" charset="0"/>
              </a:rPr>
              <a:t> - платформа </a:t>
            </a:r>
            <a:r>
              <a:rPr lang="en-US" sz="1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Calibri" panose="020F0502020204030204" pitchFamily="34" charset="0"/>
              </a:rPr>
              <a:t>Google Play.</a:t>
            </a:r>
            <a:endParaRPr lang="uk-UA" sz="14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42900" lvl="0" indent="-342900">
              <a:spcBef>
                <a:spcPts val="0"/>
              </a:spcBef>
              <a:spcAft>
                <a:spcPts val="600"/>
              </a:spcAft>
              <a:buFont typeface="+mj-lt"/>
              <a:buAutoNum type="arabicPeriod"/>
            </a:pPr>
            <a:r>
              <a:rPr lang="uk-UA" sz="1400" u="sng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Calibri" panose="020F0502020204030204" pitchFamily="34" charset="0"/>
                <a:hlinkClick r:id="rId11"/>
              </a:rPr>
              <a:t>https://firebase.google.com/docs/analytics</a:t>
            </a:r>
            <a:r>
              <a:rPr lang="en-US" sz="1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Calibri" panose="020F0502020204030204" pitchFamily="34" charset="0"/>
              </a:rPr>
              <a:t> - </a:t>
            </a:r>
            <a:r>
              <a:rPr lang="uk-UA" sz="1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Calibri" panose="020F0502020204030204" pitchFamily="34" charset="0"/>
              </a:rPr>
              <a:t>офіційна документація </a:t>
            </a:r>
            <a:r>
              <a:rPr lang="en-GB" sz="1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Calibri" panose="020F0502020204030204" pitchFamily="34" charset="0"/>
              </a:rPr>
              <a:t>Firebase Analytics.</a:t>
            </a:r>
            <a:endParaRPr lang="uk-UA" sz="14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42900" lvl="0" indent="-342900">
              <a:spcBef>
                <a:spcPts val="0"/>
              </a:spcBef>
              <a:spcAft>
                <a:spcPts val="600"/>
              </a:spcAft>
              <a:buFont typeface="+mj-lt"/>
              <a:buAutoNum type="arabicPeriod"/>
            </a:pPr>
            <a:r>
              <a:rPr lang="uk-UA" sz="1400" u="sng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Calibri" panose="020F0502020204030204" pitchFamily="34" charset="0"/>
                <a:hlinkClick r:id="rId12"/>
              </a:rPr>
              <a:t>https://reactnavigation.org/</a:t>
            </a:r>
            <a:r>
              <a:rPr lang="en-GB" sz="1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Calibri" panose="020F0502020204030204" pitchFamily="34" charset="0"/>
              </a:rPr>
              <a:t> - </a:t>
            </a:r>
            <a:r>
              <a:rPr lang="uk-UA" sz="1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Calibri" panose="020F0502020204030204" pitchFamily="34" charset="0"/>
              </a:rPr>
              <a:t>офіційна документація бібліотеки </a:t>
            </a:r>
            <a:r>
              <a:rPr lang="en-US" sz="1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Calibri" panose="020F0502020204030204" pitchFamily="34" charset="0"/>
              </a:rPr>
              <a:t>React Navigation.</a:t>
            </a:r>
            <a:endParaRPr lang="uk-UA" sz="14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42900" lvl="0" indent="-342900">
              <a:spcBef>
                <a:spcPts val="0"/>
              </a:spcBef>
              <a:spcAft>
                <a:spcPts val="600"/>
              </a:spcAft>
              <a:buFont typeface="+mj-lt"/>
              <a:buAutoNum type="arabicPeriod"/>
            </a:pPr>
            <a:r>
              <a:rPr lang="uk-UA" sz="1400" u="sng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Calibri" panose="020F0502020204030204" pitchFamily="34" charset="0"/>
                <a:hlinkClick r:id="rId13"/>
              </a:rPr>
              <a:t>https://docs.expo.dev/versions/latest/sdk/async-storage/</a:t>
            </a:r>
            <a:r>
              <a:rPr lang="en-US" sz="1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Calibri" panose="020F0502020204030204" pitchFamily="34" charset="0"/>
              </a:rPr>
              <a:t> - </a:t>
            </a:r>
            <a:r>
              <a:rPr lang="uk-UA" sz="1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Calibri" panose="020F0502020204030204" pitchFamily="34" charset="0"/>
              </a:rPr>
              <a:t>документація бібліотеки </a:t>
            </a:r>
            <a:r>
              <a:rPr lang="en-US" sz="14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Calibri" panose="020F0502020204030204" pitchFamily="34" charset="0"/>
              </a:rPr>
              <a:t>AsyncStorage</a:t>
            </a:r>
            <a:r>
              <a:rPr lang="en-US" sz="1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  <a:endParaRPr lang="uk-UA" sz="14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42900" lvl="0" indent="-342900">
              <a:spcBef>
                <a:spcPts val="0"/>
              </a:spcBef>
              <a:spcAft>
                <a:spcPts val="600"/>
              </a:spcAft>
              <a:buFont typeface="+mj-lt"/>
              <a:buAutoNum type="arabicPeriod"/>
            </a:pPr>
            <a:r>
              <a:rPr lang="uk-UA" sz="1400" u="sng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Calibri" panose="020F0502020204030204" pitchFamily="34" charset="0"/>
                <a:hlinkClick r:id="rId14"/>
              </a:rPr>
              <a:t>http://formik.org/docs/guides/react-native</a:t>
            </a:r>
            <a:r>
              <a:rPr lang="en-US" sz="1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Calibri" panose="020F0502020204030204" pitchFamily="34" charset="0"/>
              </a:rPr>
              <a:t> - </a:t>
            </a:r>
            <a:r>
              <a:rPr lang="uk-UA" sz="1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Calibri" panose="020F0502020204030204" pitchFamily="34" charset="0"/>
              </a:rPr>
              <a:t>офіційна документація бібліотеки </a:t>
            </a:r>
            <a:r>
              <a:rPr lang="en-US" sz="14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Calibri" panose="020F0502020204030204" pitchFamily="34" charset="0"/>
              </a:rPr>
              <a:t>Formik</a:t>
            </a:r>
            <a:r>
              <a:rPr lang="en-US" sz="1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uk-UA" sz="1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Calibri" panose="020F0502020204030204" pitchFamily="34" charset="0"/>
              </a:rPr>
              <a:t>в поєднанні з </a:t>
            </a:r>
            <a:r>
              <a:rPr lang="en-US" sz="1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Calibri" panose="020F0502020204030204" pitchFamily="34" charset="0"/>
              </a:rPr>
              <a:t>React Native.</a:t>
            </a:r>
            <a:endParaRPr lang="uk-UA" sz="14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42900" lvl="0" indent="-342900">
              <a:spcBef>
                <a:spcPts val="0"/>
              </a:spcBef>
              <a:spcAft>
                <a:spcPts val="600"/>
              </a:spcAft>
              <a:buFont typeface="+mj-lt"/>
              <a:buAutoNum type="arabicPeriod"/>
            </a:pPr>
            <a:r>
              <a:rPr lang="uk-UA" sz="1400" u="sng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Calibri" panose="020F0502020204030204" pitchFamily="34" charset="0"/>
                <a:hlinkClick r:id="rId15"/>
              </a:rPr>
              <a:t>https://www.npmjs.com/package/yup</a:t>
            </a:r>
            <a:r>
              <a:rPr lang="en-US" sz="1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Calibri" panose="020F0502020204030204" pitchFamily="34" charset="0"/>
              </a:rPr>
              <a:t> - </a:t>
            </a:r>
            <a:r>
              <a:rPr lang="uk-UA" sz="1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Calibri" panose="020F0502020204030204" pitchFamily="34" charset="0"/>
              </a:rPr>
              <a:t>бібліотека </a:t>
            </a:r>
            <a:r>
              <a:rPr lang="en-US" sz="1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Calibri" panose="020F0502020204030204" pitchFamily="34" charset="0"/>
              </a:rPr>
              <a:t>Yup.</a:t>
            </a:r>
            <a:endParaRPr lang="uk-UA" sz="14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42900" lvl="0" indent="-342900">
              <a:spcBef>
                <a:spcPts val="0"/>
              </a:spcBef>
              <a:spcAft>
                <a:spcPts val="600"/>
              </a:spcAft>
              <a:buFont typeface="+mj-lt"/>
              <a:buAutoNum type="arabicPeriod"/>
            </a:pPr>
            <a:r>
              <a:rPr lang="uk-UA" sz="1400" u="sng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Calibri" panose="020F0502020204030204" pitchFamily="34" charset="0"/>
                <a:hlinkClick r:id="rId16"/>
              </a:rPr>
              <a:t>https://github.com/DylanVann/react-native-fast-image</a:t>
            </a:r>
            <a:r>
              <a:rPr lang="en-US" sz="1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Calibri" panose="020F0502020204030204" pitchFamily="34" charset="0"/>
              </a:rPr>
              <a:t> - </a:t>
            </a:r>
            <a:r>
              <a:rPr lang="uk-UA" sz="1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Calibri" panose="020F0502020204030204" pitchFamily="34" charset="0"/>
              </a:rPr>
              <a:t>репозиторій бібліотеки </a:t>
            </a:r>
            <a:r>
              <a:rPr lang="en-US" sz="1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Calibri" panose="020F0502020204030204" pitchFamily="34" charset="0"/>
              </a:rPr>
              <a:t>React Native Fast Image.</a:t>
            </a:r>
            <a:endParaRPr lang="uk-UA" sz="14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42900" lvl="0" indent="-342900">
              <a:spcBef>
                <a:spcPts val="0"/>
              </a:spcBef>
              <a:spcAft>
                <a:spcPts val="600"/>
              </a:spcAft>
              <a:buFont typeface="+mj-lt"/>
              <a:buAutoNum type="arabicPeriod"/>
            </a:pPr>
            <a:r>
              <a:rPr lang="uk-UA" sz="1400" u="sng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Calibri" panose="020F0502020204030204" pitchFamily="34" charset="0"/>
                <a:hlinkClick r:id="rId17"/>
              </a:rPr>
              <a:t>https://docs.swmansion.com/react-native-reanimated/</a:t>
            </a:r>
            <a:r>
              <a:rPr lang="en-US" sz="1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Calibri" panose="020F0502020204030204" pitchFamily="34" charset="0"/>
              </a:rPr>
              <a:t> - </a:t>
            </a:r>
            <a:r>
              <a:rPr lang="uk-UA" sz="1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Calibri" panose="020F0502020204030204" pitchFamily="34" charset="0"/>
              </a:rPr>
              <a:t>документація бібліотеки </a:t>
            </a:r>
            <a:r>
              <a:rPr lang="en-US" sz="1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Calibri" panose="020F0502020204030204" pitchFamily="34" charset="0"/>
              </a:rPr>
              <a:t>React Native Reanimated.</a:t>
            </a:r>
            <a:endParaRPr lang="uk-UA" sz="14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42900" lvl="0" indent="-342900">
              <a:spcBef>
                <a:spcPts val="0"/>
              </a:spcBef>
              <a:spcAft>
                <a:spcPts val="600"/>
              </a:spcAft>
              <a:buFont typeface="+mj-lt"/>
              <a:buAutoNum type="arabicPeriod"/>
            </a:pPr>
            <a:r>
              <a:rPr lang="uk-UA" sz="1400" u="sng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Calibri" panose="020F0502020204030204" pitchFamily="34" charset="0"/>
                <a:hlinkClick r:id="rId18"/>
              </a:rPr>
              <a:t>https://react.dev/reference/react/useContext</a:t>
            </a:r>
            <a:r>
              <a:rPr lang="en-US" sz="1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Calibri" panose="020F0502020204030204" pitchFamily="34" charset="0"/>
              </a:rPr>
              <a:t> - </a:t>
            </a:r>
            <a:r>
              <a:rPr lang="uk-UA" sz="1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Calibri" panose="020F0502020204030204" pitchFamily="34" charset="0"/>
              </a:rPr>
              <a:t>документація по хуку </a:t>
            </a:r>
            <a:r>
              <a:rPr lang="en-US" sz="14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Calibri" panose="020F0502020204030204" pitchFamily="34" charset="0"/>
              </a:rPr>
              <a:t>useContext</a:t>
            </a:r>
            <a:r>
              <a:rPr lang="uk-UA" sz="1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 marL="342900" lvl="0" indent="-342900">
              <a:spcBef>
                <a:spcPts val="0"/>
              </a:spcBef>
              <a:spcAft>
                <a:spcPts val="600"/>
              </a:spcAft>
              <a:buFont typeface="+mj-lt"/>
              <a:buAutoNum type="arabicPeriod"/>
            </a:pPr>
            <a:r>
              <a:rPr lang="uk-UA" sz="1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400" u="sng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Calibri" panose="020F0502020204030204" pitchFamily="34" charset="0"/>
                <a:hlinkClick r:id="rId19"/>
              </a:rPr>
              <a:t>https://developer.mozilla.org/en-US/docs/Web/API/XMLHttpRequest</a:t>
            </a:r>
            <a:r>
              <a:rPr lang="uk-UA" sz="1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Calibri" panose="020F0502020204030204" pitchFamily="34" charset="0"/>
              </a:rPr>
              <a:t> - документація по </a:t>
            </a:r>
            <a:r>
              <a:rPr lang="en-US" sz="14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Calibri" panose="020F0502020204030204" pitchFamily="34" charset="0"/>
              </a:rPr>
              <a:t>XMLHttpRequest</a:t>
            </a:r>
            <a:r>
              <a:rPr lang="en-US" sz="1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  <a:endParaRPr lang="uk-UA" sz="14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42900" lvl="0" indent="-342900">
              <a:spcBef>
                <a:spcPts val="0"/>
              </a:spcBef>
              <a:spcAft>
                <a:spcPts val="600"/>
              </a:spcAft>
              <a:buFont typeface="+mj-lt"/>
              <a:buAutoNum type="arabicPeriod"/>
            </a:pPr>
            <a:r>
              <a:rPr lang="uk-UA" sz="1400" u="sng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Calibri" panose="020F0502020204030204" pitchFamily="34" charset="0"/>
                <a:hlinkClick r:id="rId20"/>
              </a:rPr>
              <a:t>https://play.google.com/store/apps/details?id=com.ivanfranco.BAZHAYRN&amp;hl=uk</a:t>
            </a:r>
            <a:r>
              <a:rPr lang="en-US" sz="1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Calibri" panose="020F0502020204030204" pitchFamily="34" charset="0"/>
              </a:rPr>
              <a:t> – </a:t>
            </a:r>
            <a:r>
              <a:rPr lang="uk-UA" sz="1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Calibri" panose="020F0502020204030204" pitchFamily="34" charset="0"/>
              </a:rPr>
              <a:t>додаток «</a:t>
            </a:r>
            <a:r>
              <a:rPr lang="en-US" sz="1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Calibri" panose="020F0502020204030204" pitchFamily="34" charset="0"/>
              </a:rPr>
              <a:t>BAZHAY!</a:t>
            </a:r>
            <a:r>
              <a:rPr lang="uk-UA" sz="1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Calibri" panose="020F0502020204030204" pitchFamily="34" charset="0"/>
              </a:rPr>
              <a:t>» на платформі </a:t>
            </a:r>
            <a:r>
              <a:rPr lang="en-US" sz="1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Calibri" panose="020F0502020204030204" pitchFamily="34" charset="0"/>
              </a:rPr>
              <a:t>Google Play.</a:t>
            </a:r>
            <a:endParaRPr lang="uk-UA" sz="14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42900" lvl="0" indent="-342900">
              <a:spcBef>
                <a:spcPts val="0"/>
              </a:spcBef>
              <a:spcAft>
                <a:spcPts val="600"/>
              </a:spcAft>
              <a:buFont typeface="+mj-lt"/>
              <a:buAutoNum type="arabicPeriod"/>
            </a:pPr>
            <a:r>
              <a:rPr lang="uk-UA" sz="1400" u="sng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Calibri" panose="020F0502020204030204" pitchFamily="34" charset="0"/>
                <a:hlinkClick r:id="rId21"/>
              </a:rPr>
              <a:t>https://apps.apple.com/ua/app/bazhay/id6737126307</a:t>
            </a:r>
            <a:r>
              <a:rPr lang="en-GB" sz="1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Calibri" panose="020F0502020204030204" pitchFamily="34" charset="0"/>
              </a:rPr>
              <a:t> - </a:t>
            </a:r>
            <a:r>
              <a:rPr lang="uk-UA" sz="1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Calibri" panose="020F0502020204030204" pitchFamily="34" charset="0"/>
              </a:rPr>
              <a:t>додаток «</a:t>
            </a:r>
            <a:r>
              <a:rPr lang="en-US" sz="1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Calibri" panose="020F0502020204030204" pitchFamily="34" charset="0"/>
              </a:rPr>
              <a:t>BAZHAY!</a:t>
            </a:r>
            <a:r>
              <a:rPr lang="uk-UA" sz="1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Calibri" panose="020F0502020204030204" pitchFamily="34" charset="0"/>
              </a:rPr>
              <a:t>» на платформі </a:t>
            </a:r>
            <a:r>
              <a:rPr lang="en-US" sz="1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Calibri" panose="020F0502020204030204" pitchFamily="34" charset="0"/>
              </a:rPr>
              <a:t>App Store.</a:t>
            </a:r>
          </a:p>
          <a:p>
            <a:pPr marL="342900" lvl="0" indent="-342900">
              <a:spcBef>
                <a:spcPts val="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US" sz="1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Calibri" panose="020F0502020204030204" pitchFamily="34" charset="0"/>
                <a:hlinkClick r:id="rId22"/>
              </a:rPr>
              <a:t>https://github.com/Vitya77/BAZHAY</a:t>
            </a:r>
            <a:r>
              <a:rPr lang="en-US" sz="1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Calibri" panose="020F0502020204030204" pitchFamily="34" charset="0"/>
              </a:rPr>
              <a:t> - </a:t>
            </a:r>
            <a:r>
              <a:rPr lang="uk-UA" sz="1400" dirty="0">
                <a:latin typeface="Times New Roman" panose="02020603050405020304" pitchFamily="18" charset="0"/>
                <a:ea typeface="Calibri" panose="020F0502020204030204" pitchFamily="34" charset="0"/>
                <a:cs typeface="Calibri" panose="020F0502020204030204" pitchFamily="34" charset="0"/>
              </a:rPr>
              <a:t>код програмної реалізації розміщений на платформі </a:t>
            </a:r>
            <a:r>
              <a:rPr lang="en-US" sz="1400" dirty="0">
                <a:latin typeface="Times New Roman" panose="02020603050405020304" pitchFamily="18" charset="0"/>
                <a:ea typeface="Calibri" panose="020F0502020204030204" pitchFamily="34" charset="0"/>
                <a:cs typeface="Calibri" panose="020F0502020204030204" pitchFamily="34" charset="0"/>
              </a:rPr>
              <a:t>GitHub</a:t>
            </a:r>
            <a:endParaRPr lang="uk-UA" sz="14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spcBef>
                <a:spcPts val="0"/>
              </a:spcBef>
              <a:spcAft>
                <a:spcPts val="600"/>
              </a:spcAft>
            </a:pPr>
            <a:endParaRPr lang="uk-UA" sz="140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71C178B-6BAF-E749-A1F9-E3B21D349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7BB42A-2F35-4D17-9702-336F4545CB24}" type="slidenum">
              <a:rPr lang="uk-UA" smtClean="0"/>
              <a:t>34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28094935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FFD48BC7-DC40-47DE-87EE-9F4B6ECB9A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9" name="Freeform: Shape 8">
            <a:extLst>
              <a:ext uri="{FF2B5EF4-FFF2-40B4-BE49-F238E27FC236}">
                <a16:creationId xmlns:a16="http://schemas.microsoft.com/office/drawing/2014/main" id="{E502BBC7-2C76-46F3-BC24-5985BC13DB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14425" y="0"/>
            <a:ext cx="9963150" cy="6858000"/>
          </a:xfrm>
          <a:custGeom>
            <a:avLst/>
            <a:gdLst>
              <a:gd name="connsiteX0" fmla="*/ 1595771 w 9963150"/>
              <a:gd name="connsiteY0" fmla="*/ 0 h 6858000"/>
              <a:gd name="connsiteX1" fmla="*/ 8367379 w 9963150"/>
              <a:gd name="connsiteY1" fmla="*/ 0 h 6858000"/>
              <a:gd name="connsiteX2" fmla="*/ 8504080 w 9963150"/>
              <a:gd name="connsiteY2" fmla="*/ 130333 h 6858000"/>
              <a:gd name="connsiteX3" fmla="*/ 9963150 w 9963150"/>
              <a:gd name="connsiteY3" fmla="*/ 3652838 h 6858000"/>
              <a:gd name="connsiteX4" fmla="*/ 8825600 w 9963150"/>
              <a:gd name="connsiteY4" fmla="*/ 6821583 h 6858000"/>
              <a:gd name="connsiteX5" fmla="*/ 8794055 w 9963150"/>
              <a:gd name="connsiteY5" fmla="*/ 6858000 h 6858000"/>
              <a:gd name="connsiteX6" fmla="*/ 1169096 w 9963150"/>
              <a:gd name="connsiteY6" fmla="*/ 6858000 h 6858000"/>
              <a:gd name="connsiteX7" fmla="*/ 1137550 w 9963150"/>
              <a:gd name="connsiteY7" fmla="*/ 6821583 h 6858000"/>
              <a:gd name="connsiteX8" fmla="*/ 0 w 9963150"/>
              <a:gd name="connsiteY8" fmla="*/ 3652838 h 6858000"/>
              <a:gd name="connsiteX9" fmla="*/ 1459070 w 9963150"/>
              <a:gd name="connsiteY9" fmla="*/ 130333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9963150" h="6858000">
                <a:moveTo>
                  <a:pt x="1595771" y="0"/>
                </a:moveTo>
                <a:lnTo>
                  <a:pt x="8367379" y="0"/>
                </a:lnTo>
                <a:lnTo>
                  <a:pt x="8504080" y="130333"/>
                </a:lnTo>
                <a:cubicBezTo>
                  <a:pt x="9405568" y="1031820"/>
                  <a:pt x="9963150" y="2277214"/>
                  <a:pt x="9963150" y="3652838"/>
                </a:cubicBezTo>
                <a:cubicBezTo>
                  <a:pt x="9963150" y="4856509"/>
                  <a:pt x="9536251" y="5960473"/>
                  <a:pt x="8825600" y="6821583"/>
                </a:cubicBezTo>
                <a:lnTo>
                  <a:pt x="8794055" y="6858000"/>
                </a:lnTo>
                <a:lnTo>
                  <a:pt x="1169096" y="6858000"/>
                </a:lnTo>
                <a:lnTo>
                  <a:pt x="1137550" y="6821583"/>
                </a:lnTo>
                <a:cubicBezTo>
                  <a:pt x="426899" y="5960473"/>
                  <a:pt x="0" y="4856509"/>
                  <a:pt x="0" y="3652838"/>
                </a:cubicBezTo>
                <a:cubicBezTo>
                  <a:pt x="0" y="2277214"/>
                  <a:pt x="557582" y="1031820"/>
                  <a:pt x="1459070" y="130333"/>
                </a:cubicBezTo>
                <a:close/>
              </a:path>
            </a:pathLst>
          </a:custGeom>
          <a:ln w="9525">
            <a:solidFill>
              <a:srgbClr val="EFEFEF"/>
            </a:solidFill>
          </a:ln>
          <a:effectLst>
            <a:outerShdw blurRad="139700" sx="102000" sy="102000" algn="ctr" rotWithShape="0">
              <a:schemeClr val="bg1">
                <a:lumMod val="85000"/>
                <a:alpha val="38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1" name="Freeform: Shape 10">
            <a:extLst>
              <a:ext uri="{FF2B5EF4-FFF2-40B4-BE49-F238E27FC236}">
                <a16:creationId xmlns:a16="http://schemas.microsoft.com/office/drawing/2014/main" id="{C7F28D52-2A5F-4D23-81AE-7CB8B591C7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21664" y="0"/>
            <a:ext cx="9948672" cy="6858000"/>
          </a:xfrm>
          <a:custGeom>
            <a:avLst/>
            <a:gdLst>
              <a:gd name="connsiteX0" fmla="*/ 1595771 w 9963150"/>
              <a:gd name="connsiteY0" fmla="*/ 0 h 6858000"/>
              <a:gd name="connsiteX1" fmla="*/ 8367379 w 9963150"/>
              <a:gd name="connsiteY1" fmla="*/ 0 h 6858000"/>
              <a:gd name="connsiteX2" fmla="*/ 8504080 w 9963150"/>
              <a:gd name="connsiteY2" fmla="*/ 130333 h 6858000"/>
              <a:gd name="connsiteX3" fmla="*/ 9963150 w 9963150"/>
              <a:gd name="connsiteY3" fmla="*/ 3652838 h 6858000"/>
              <a:gd name="connsiteX4" fmla="*/ 8825600 w 9963150"/>
              <a:gd name="connsiteY4" fmla="*/ 6821583 h 6858000"/>
              <a:gd name="connsiteX5" fmla="*/ 8794055 w 9963150"/>
              <a:gd name="connsiteY5" fmla="*/ 6858000 h 6858000"/>
              <a:gd name="connsiteX6" fmla="*/ 1169096 w 9963150"/>
              <a:gd name="connsiteY6" fmla="*/ 6858000 h 6858000"/>
              <a:gd name="connsiteX7" fmla="*/ 1137550 w 9963150"/>
              <a:gd name="connsiteY7" fmla="*/ 6821583 h 6858000"/>
              <a:gd name="connsiteX8" fmla="*/ 0 w 9963150"/>
              <a:gd name="connsiteY8" fmla="*/ 3652838 h 6858000"/>
              <a:gd name="connsiteX9" fmla="*/ 1459070 w 9963150"/>
              <a:gd name="connsiteY9" fmla="*/ 130333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9963150" h="6858000">
                <a:moveTo>
                  <a:pt x="1595771" y="0"/>
                </a:moveTo>
                <a:lnTo>
                  <a:pt x="8367379" y="0"/>
                </a:lnTo>
                <a:lnTo>
                  <a:pt x="8504080" y="130333"/>
                </a:lnTo>
                <a:cubicBezTo>
                  <a:pt x="9405568" y="1031820"/>
                  <a:pt x="9963150" y="2277214"/>
                  <a:pt x="9963150" y="3652838"/>
                </a:cubicBezTo>
                <a:cubicBezTo>
                  <a:pt x="9963150" y="4856509"/>
                  <a:pt x="9536251" y="5960473"/>
                  <a:pt x="8825600" y="6821583"/>
                </a:cubicBezTo>
                <a:lnTo>
                  <a:pt x="8794055" y="6858000"/>
                </a:lnTo>
                <a:lnTo>
                  <a:pt x="1169096" y="6858000"/>
                </a:lnTo>
                <a:lnTo>
                  <a:pt x="1137550" y="6821583"/>
                </a:lnTo>
                <a:cubicBezTo>
                  <a:pt x="426899" y="5960473"/>
                  <a:pt x="0" y="4856509"/>
                  <a:pt x="0" y="3652838"/>
                </a:cubicBezTo>
                <a:cubicBezTo>
                  <a:pt x="0" y="2277214"/>
                  <a:pt x="557582" y="1031820"/>
                  <a:pt x="1459070" y="130333"/>
                </a:cubicBez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7BC11D2-B80F-33FB-CD91-3EB65CE77D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3" y="1999615"/>
            <a:ext cx="9144000" cy="2764028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61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Дякую за увагу! Готовий відповісти на Ваші питання.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629484E-3792-4B3D-89AD-7C8A1ED0E0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718560" y="5524786"/>
            <a:ext cx="4754880" cy="2743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CEA622C-B362-BC46-FE77-221A8D50E0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7BB42A-2F35-4D17-9702-336F4545CB24}" type="slidenum">
              <a:rPr lang="uk-UA" smtClean="0"/>
              <a:t>35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030259210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Офіс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Офіс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Офіс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Офіс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Офіс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Офіс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1458</TotalTime>
  <Words>1114</Words>
  <Application>Microsoft Macintosh PowerPoint</Application>
  <PresentationFormat>Widescreen</PresentationFormat>
  <Paragraphs>243</Paragraphs>
  <Slides>36</Slides>
  <Notes>36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36</vt:i4>
      </vt:variant>
    </vt:vector>
  </HeadingPairs>
  <TitlesOfParts>
    <vt:vector size="41" baseType="lpstr">
      <vt:lpstr>Arial</vt:lpstr>
      <vt:lpstr>Calibri</vt:lpstr>
      <vt:lpstr>Calibri Light</vt:lpstr>
      <vt:lpstr>Times New Roman</vt:lpstr>
      <vt:lpstr>Тема Office</vt:lpstr>
      <vt:lpstr>РОЗРОБКА КЛІЄНТСЬКОЇ ЧАСТИНИ МОБІЛЬНОГО ЗАСТОСУНКУ ДЛЯ ОБМІНУ ПОДАРУНКАМИ «BAZHAY!»</vt:lpstr>
      <vt:lpstr>Вступ</vt:lpstr>
      <vt:lpstr>Постановка задачі</vt:lpstr>
      <vt:lpstr>Модель даних</vt:lpstr>
      <vt:lpstr>1. User</vt:lpstr>
      <vt:lpstr>2. Wish</vt:lpstr>
      <vt:lpstr>3. Reservation</vt:lpstr>
      <vt:lpstr>4. Brand</vt:lpstr>
      <vt:lpstr>5. Article</vt:lpstr>
      <vt:lpstr>6. Subscription</vt:lpstr>
      <vt:lpstr>Використаний набір технологій</vt:lpstr>
      <vt:lpstr>Додаткові бібліотеки</vt:lpstr>
      <vt:lpstr>Серверні взаємодії</vt:lpstr>
      <vt:lpstr>Архітектура застосунку</vt:lpstr>
      <vt:lpstr>Аутентифікація та навігація</vt:lpstr>
      <vt:lpstr>Інтерфейс користувача Вітальні екрани</vt:lpstr>
      <vt:lpstr>PowerPoint Presentation</vt:lpstr>
      <vt:lpstr>PowerPoint Presentation</vt:lpstr>
      <vt:lpstr>PowerPoint Presentation</vt:lpstr>
      <vt:lpstr>Сторінки брендів, новин та бажань</vt:lpstr>
      <vt:lpstr>Сторінка пошуку</vt:lpstr>
      <vt:lpstr>Сторінка “Ком’юніті”</vt:lpstr>
      <vt:lpstr>Створення бажання</vt:lpstr>
      <vt:lpstr>PowerPoint Presentation</vt:lpstr>
      <vt:lpstr>PowerPoint Presentation</vt:lpstr>
      <vt:lpstr>Профіль користувача</vt:lpstr>
      <vt:lpstr>Сторінка налаштувань</vt:lpstr>
      <vt:lpstr>Сторінка редагування профілю</vt:lpstr>
      <vt:lpstr>Сторінки технічної підтримки</vt:lpstr>
      <vt:lpstr>Анімація логотипу</vt:lpstr>
      <vt:lpstr>Push-сповіщення і кешування</vt:lpstr>
      <vt:lpstr>Аналітика та підтримка</vt:lpstr>
      <vt:lpstr>Монетизація і публікація</vt:lpstr>
      <vt:lpstr>Отримані результати</vt:lpstr>
      <vt:lpstr>Використані джерела</vt:lpstr>
      <vt:lpstr>Дякую за увагу! Готовий відповісти на Ваші питання.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РОЗРОБКА КЛІЄНТСЬКОЇ ЧАСТИНИ МОБІЛЬНОГО ЗАСТОСУНКУ «BAZHAY!»</dc:title>
  <dc:creator>Стегней Віктор</dc:creator>
  <cp:lastModifiedBy>Victor Stehnei</cp:lastModifiedBy>
  <cp:revision>215</cp:revision>
  <dcterms:created xsi:type="dcterms:W3CDTF">2025-05-26T07:21:43Z</dcterms:created>
  <dcterms:modified xsi:type="dcterms:W3CDTF">2026-06-21T10:04:52Z</dcterms:modified>
</cp:coreProperties>
</file>